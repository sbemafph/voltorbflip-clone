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59" r:id="rId4"/>
    <p:sldId id="257" r:id="rId5"/>
    <p:sldId id="260" r:id="rId6"/>
    <p:sldId id="258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uptmenü" id="{97DE45AA-E39A-42B2-83A2-AA56BC2CD2B1}">
          <p14:sldIdLst>
            <p14:sldId id="256"/>
            <p14:sldId id="261"/>
            <p14:sldId id="259"/>
          </p14:sldIdLst>
        </p14:section>
        <p14:section name="Wartelobby" id="{756FB741-8423-4C0C-A6B7-30B8CA260D48}">
          <p14:sldIdLst>
            <p14:sldId id="257"/>
            <p14:sldId id="260"/>
          </p14:sldIdLst>
        </p14:section>
        <p14:section name="Spieloberfläche" id="{1637D873-A188-4AA1-8248-3837239B98CB}">
          <p14:sldIdLst>
            <p14:sldId id="258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F737448-6D15-C16B-2988-38256F4CFEA1}" name="ZZ23 Vogt Simon" initials="SV" userId="S::Simon.Vogt@bs-erlangen.de::282d6585-744c-4be0-a9a6-e05447465a2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2841"/>
    <a:srgbClr val="41E7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4DC0A4-E210-4BDB-BE95-E320662D5F79}" v="465" dt="2026-01-21T13:59:20.1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Z23 Vogt Simon" userId="282d6585-744c-4be0-a9a6-e05447465a23" providerId="ADAL" clId="{BD9FFA9E-4355-449D-B117-2CE5DD8A178F}"/>
    <pc:docChg chg="undo custSel addSld delSld modSld modMainMaster modSection">
      <pc:chgData name="ZZ23 Vogt Simon" userId="282d6585-744c-4be0-a9a6-e05447465a23" providerId="ADAL" clId="{BD9FFA9E-4355-449D-B117-2CE5DD8A178F}" dt="2026-01-21T13:59:20.166" v="2781" actId="20577"/>
      <pc:docMkLst>
        <pc:docMk/>
      </pc:docMkLst>
      <pc:sldChg chg="addSp delSp modSp mod">
        <pc:chgData name="ZZ23 Vogt Simon" userId="282d6585-744c-4be0-a9a6-e05447465a23" providerId="ADAL" clId="{BD9FFA9E-4355-449D-B117-2CE5DD8A178F}" dt="2026-01-21T13:06:38.339" v="1116" actId="1076"/>
        <pc:sldMkLst>
          <pc:docMk/>
          <pc:sldMk cId="1944629445" sldId="256"/>
        </pc:sldMkLst>
        <pc:spChg chg="add mod">
          <ac:chgData name="ZZ23 Vogt Simon" userId="282d6585-744c-4be0-a9a6-e05447465a23" providerId="ADAL" clId="{BD9FFA9E-4355-449D-B117-2CE5DD8A178F}" dt="2026-01-21T13:01:31.102" v="746" actId="1076"/>
          <ac:spMkLst>
            <pc:docMk/>
            <pc:sldMk cId="1944629445" sldId="256"/>
            <ac:spMk id="2" creationId="{0723975F-35FF-16B5-800B-E12C21CBF73D}"/>
          </ac:spMkLst>
        </pc:spChg>
        <pc:spChg chg="add mod">
          <ac:chgData name="ZZ23 Vogt Simon" userId="282d6585-744c-4be0-a9a6-e05447465a23" providerId="ADAL" clId="{BD9FFA9E-4355-449D-B117-2CE5DD8A178F}" dt="2026-01-21T13:02:13.263" v="787" actId="20577"/>
          <ac:spMkLst>
            <pc:docMk/>
            <pc:sldMk cId="1944629445" sldId="256"/>
            <ac:spMk id="5" creationId="{AE78FD4B-9AF6-4948-24E4-AFD725742342}"/>
          </ac:spMkLst>
        </pc:spChg>
        <pc:spChg chg="add mod">
          <ac:chgData name="ZZ23 Vogt Simon" userId="282d6585-744c-4be0-a9a6-e05447465a23" providerId="ADAL" clId="{BD9FFA9E-4355-449D-B117-2CE5DD8A178F}" dt="2026-01-21T13:03:15.779" v="860" actId="20577"/>
          <ac:spMkLst>
            <pc:docMk/>
            <pc:sldMk cId="1944629445" sldId="256"/>
            <ac:spMk id="6" creationId="{B120982D-D78C-1493-6381-E828DD01AA41}"/>
          </ac:spMkLst>
        </pc:spChg>
        <pc:spChg chg="add del mod">
          <ac:chgData name="ZZ23 Vogt Simon" userId="282d6585-744c-4be0-a9a6-e05447465a23" providerId="ADAL" clId="{BD9FFA9E-4355-449D-B117-2CE5DD8A178F}" dt="2026-01-21T13:03:33.311" v="863" actId="478"/>
          <ac:spMkLst>
            <pc:docMk/>
            <pc:sldMk cId="1944629445" sldId="256"/>
            <ac:spMk id="7" creationId="{B57D7866-7BC4-957D-998F-5315AE610F9A}"/>
          </ac:spMkLst>
        </pc:spChg>
        <pc:spChg chg="add mod">
          <ac:chgData name="ZZ23 Vogt Simon" userId="282d6585-744c-4be0-a9a6-e05447465a23" providerId="ADAL" clId="{BD9FFA9E-4355-449D-B117-2CE5DD8A178F}" dt="2026-01-21T13:05:26.316" v="982" actId="14100"/>
          <ac:spMkLst>
            <pc:docMk/>
            <pc:sldMk cId="1944629445" sldId="256"/>
            <ac:spMk id="8" creationId="{CECF2191-EACE-8EE8-6A0F-BA0DBA8E0DF3}"/>
          </ac:spMkLst>
        </pc:spChg>
        <pc:spChg chg="add mod">
          <ac:chgData name="ZZ23 Vogt Simon" userId="282d6585-744c-4be0-a9a6-e05447465a23" providerId="ADAL" clId="{BD9FFA9E-4355-449D-B117-2CE5DD8A178F}" dt="2026-01-21T13:06:38.339" v="1116" actId="1076"/>
          <ac:spMkLst>
            <pc:docMk/>
            <pc:sldMk cId="1944629445" sldId="256"/>
            <ac:spMk id="9" creationId="{C2FD847E-22B7-682A-032E-2043ADE143B4}"/>
          </ac:spMkLst>
        </pc:spChg>
      </pc:sldChg>
      <pc:sldChg chg="addSp modSp mod">
        <pc:chgData name="ZZ23 Vogt Simon" userId="282d6585-744c-4be0-a9a6-e05447465a23" providerId="ADAL" clId="{BD9FFA9E-4355-449D-B117-2CE5DD8A178F}" dt="2026-01-21T13:20:50.821" v="1482" actId="1076"/>
        <pc:sldMkLst>
          <pc:docMk/>
          <pc:sldMk cId="4040773719" sldId="257"/>
        </pc:sldMkLst>
        <pc:spChg chg="add mod">
          <ac:chgData name="ZZ23 Vogt Simon" userId="282d6585-744c-4be0-a9a6-e05447465a23" providerId="ADAL" clId="{BD9FFA9E-4355-449D-B117-2CE5DD8A178F}" dt="2026-01-21T13:08:05.350" v="1202" actId="313"/>
          <ac:spMkLst>
            <pc:docMk/>
            <pc:sldMk cId="4040773719" sldId="257"/>
            <ac:spMk id="6" creationId="{2DE2D1A1-C8CC-C59A-92F5-D9B20A285DE1}"/>
          </ac:spMkLst>
        </pc:spChg>
        <pc:spChg chg="add mod">
          <ac:chgData name="ZZ23 Vogt Simon" userId="282d6585-744c-4be0-a9a6-e05447465a23" providerId="ADAL" clId="{BD9FFA9E-4355-449D-B117-2CE5DD8A178F}" dt="2026-01-21T13:09:09.076" v="1273" actId="1076"/>
          <ac:spMkLst>
            <pc:docMk/>
            <pc:sldMk cId="4040773719" sldId="257"/>
            <ac:spMk id="7" creationId="{34E18816-8344-84F5-84DA-7273637AE38C}"/>
          </ac:spMkLst>
        </pc:spChg>
        <pc:spChg chg="add mod">
          <ac:chgData name="ZZ23 Vogt Simon" userId="282d6585-744c-4be0-a9a6-e05447465a23" providerId="ADAL" clId="{BD9FFA9E-4355-449D-B117-2CE5DD8A178F}" dt="2026-01-21T13:20:38.652" v="1479" actId="1076"/>
          <ac:spMkLst>
            <pc:docMk/>
            <pc:sldMk cId="4040773719" sldId="257"/>
            <ac:spMk id="8" creationId="{EA2C4B47-32C6-321A-0CE1-103C391998D0}"/>
          </ac:spMkLst>
        </pc:spChg>
        <pc:spChg chg="add mod">
          <ac:chgData name="ZZ23 Vogt Simon" userId="282d6585-744c-4be0-a9a6-e05447465a23" providerId="ADAL" clId="{BD9FFA9E-4355-449D-B117-2CE5DD8A178F}" dt="2026-01-21T13:20:40.841" v="1480" actId="1076"/>
          <ac:spMkLst>
            <pc:docMk/>
            <pc:sldMk cId="4040773719" sldId="257"/>
            <ac:spMk id="9" creationId="{838A6326-1516-B227-6CC7-AC8551E70E22}"/>
          </ac:spMkLst>
        </pc:spChg>
        <pc:spChg chg="add mod">
          <ac:chgData name="ZZ23 Vogt Simon" userId="282d6585-744c-4be0-a9a6-e05447465a23" providerId="ADAL" clId="{BD9FFA9E-4355-449D-B117-2CE5DD8A178F}" dt="2026-01-21T13:20:16.901" v="1476" actId="1076"/>
          <ac:spMkLst>
            <pc:docMk/>
            <pc:sldMk cId="4040773719" sldId="257"/>
            <ac:spMk id="10" creationId="{05A5BC5A-D5A4-B601-E1DE-891E03E5AB4A}"/>
          </ac:spMkLst>
        </pc:spChg>
        <pc:spChg chg="add mod">
          <ac:chgData name="ZZ23 Vogt Simon" userId="282d6585-744c-4be0-a9a6-e05447465a23" providerId="ADAL" clId="{BD9FFA9E-4355-449D-B117-2CE5DD8A178F}" dt="2026-01-21T13:20:50.821" v="1482" actId="1076"/>
          <ac:spMkLst>
            <pc:docMk/>
            <pc:sldMk cId="4040773719" sldId="257"/>
            <ac:spMk id="11" creationId="{833D1934-1FD0-C561-DF60-94DC6B3B98A9}"/>
          </ac:spMkLst>
        </pc:spChg>
      </pc:sldChg>
      <pc:sldChg chg="addSp delSp modSp mod">
        <pc:chgData name="ZZ23 Vogt Simon" userId="282d6585-744c-4be0-a9a6-e05447465a23" providerId="ADAL" clId="{BD9FFA9E-4355-449D-B117-2CE5DD8A178F}" dt="2026-01-21T13:56:04.209" v="2618" actId="20577"/>
        <pc:sldMkLst>
          <pc:docMk/>
          <pc:sldMk cId="2252098653" sldId="258"/>
        </pc:sldMkLst>
        <pc:spChg chg="mod">
          <ac:chgData name="ZZ23 Vogt Simon" userId="282d6585-744c-4be0-a9a6-e05447465a23" providerId="ADAL" clId="{BD9FFA9E-4355-449D-B117-2CE5DD8A178F}" dt="2026-01-21T13:17:48.152" v="1276" actId="20577"/>
          <ac:spMkLst>
            <pc:docMk/>
            <pc:sldMk cId="2252098653" sldId="258"/>
            <ac:spMk id="3" creationId="{8F9BB144-EB2C-E7EA-9B16-38C2F9C8F300}"/>
          </ac:spMkLst>
        </pc:spChg>
        <pc:spChg chg="add del mod">
          <ac:chgData name="ZZ23 Vogt Simon" userId="282d6585-744c-4be0-a9a6-e05447465a23" providerId="ADAL" clId="{BD9FFA9E-4355-449D-B117-2CE5DD8A178F}" dt="2026-01-21T13:18:38.627" v="1340" actId="478"/>
          <ac:spMkLst>
            <pc:docMk/>
            <pc:sldMk cId="2252098653" sldId="258"/>
            <ac:spMk id="32" creationId="{61CE7212-A541-1253-1602-F953812A580F}"/>
          </ac:spMkLst>
        </pc:spChg>
        <pc:spChg chg="mod">
          <ac:chgData name="ZZ23 Vogt Simon" userId="282d6585-744c-4be0-a9a6-e05447465a23" providerId="ADAL" clId="{BD9FFA9E-4355-449D-B117-2CE5DD8A178F}" dt="2026-01-21T13:46:26.615" v="2256" actId="207"/>
          <ac:spMkLst>
            <pc:docMk/>
            <pc:sldMk cId="2252098653" sldId="258"/>
            <ac:spMk id="54" creationId="{C20C954B-349F-FBC3-1760-6DDF32DFFF9D}"/>
          </ac:spMkLst>
        </pc:spChg>
        <pc:spChg chg="add mod">
          <ac:chgData name="ZZ23 Vogt Simon" userId="282d6585-744c-4be0-a9a6-e05447465a23" providerId="ADAL" clId="{BD9FFA9E-4355-449D-B117-2CE5DD8A178F}" dt="2026-01-21T13:38:05.905" v="1679" actId="1076"/>
          <ac:spMkLst>
            <pc:docMk/>
            <pc:sldMk cId="2252098653" sldId="258"/>
            <ac:spMk id="55" creationId="{4C9F1DFC-CFBD-20C3-C24B-8265049FCB75}"/>
          </ac:spMkLst>
        </pc:spChg>
        <pc:spChg chg="mod">
          <ac:chgData name="ZZ23 Vogt Simon" userId="282d6585-744c-4be0-a9a6-e05447465a23" providerId="ADAL" clId="{BD9FFA9E-4355-449D-B117-2CE5DD8A178F}" dt="2026-01-21T13:43:38.798" v="2089" actId="1038"/>
          <ac:spMkLst>
            <pc:docMk/>
            <pc:sldMk cId="2252098653" sldId="258"/>
            <ac:spMk id="59" creationId="{D824BC9B-BABC-F875-25B0-89E6055B7C0C}"/>
          </ac:spMkLst>
        </pc:spChg>
        <pc:spChg chg="mod">
          <ac:chgData name="ZZ23 Vogt Simon" userId="282d6585-744c-4be0-a9a6-e05447465a23" providerId="ADAL" clId="{BD9FFA9E-4355-449D-B117-2CE5DD8A178F}" dt="2026-01-21T13:43:38.798" v="2089" actId="1038"/>
          <ac:spMkLst>
            <pc:docMk/>
            <pc:sldMk cId="2252098653" sldId="258"/>
            <ac:spMk id="60" creationId="{B8B33620-1A43-AE00-0F3C-0F26A45575C5}"/>
          </ac:spMkLst>
        </pc:spChg>
        <pc:spChg chg="add mod">
          <ac:chgData name="ZZ23 Vogt Simon" userId="282d6585-744c-4be0-a9a6-e05447465a23" providerId="ADAL" clId="{BD9FFA9E-4355-449D-B117-2CE5DD8A178F}" dt="2026-01-21T13:39:14.350" v="1745" actId="14100"/>
          <ac:spMkLst>
            <pc:docMk/>
            <pc:sldMk cId="2252098653" sldId="258"/>
            <ac:spMk id="62" creationId="{273DB3B1-A1BF-AE36-1D28-B4021E2ABF5E}"/>
          </ac:spMkLst>
        </pc:spChg>
        <pc:spChg chg="add mod">
          <ac:chgData name="ZZ23 Vogt Simon" userId="282d6585-744c-4be0-a9a6-e05447465a23" providerId="ADAL" clId="{BD9FFA9E-4355-449D-B117-2CE5DD8A178F}" dt="2026-01-21T13:40:09.514" v="1810" actId="1076"/>
          <ac:spMkLst>
            <pc:docMk/>
            <pc:sldMk cId="2252098653" sldId="258"/>
            <ac:spMk id="66" creationId="{6D57B5ED-24B8-6372-2F60-771F5B3CF342}"/>
          </ac:spMkLst>
        </pc:spChg>
        <pc:spChg chg="add mod">
          <ac:chgData name="ZZ23 Vogt Simon" userId="282d6585-744c-4be0-a9a6-e05447465a23" providerId="ADAL" clId="{BD9FFA9E-4355-449D-B117-2CE5DD8A178F}" dt="2026-01-21T13:40:35.627" v="1832" actId="1076"/>
          <ac:spMkLst>
            <pc:docMk/>
            <pc:sldMk cId="2252098653" sldId="258"/>
            <ac:spMk id="67" creationId="{D65B0AA3-91C2-169A-6539-E5492A4EEB47}"/>
          </ac:spMkLst>
        </pc:spChg>
        <pc:spChg chg="add mod">
          <ac:chgData name="ZZ23 Vogt Simon" userId="282d6585-744c-4be0-a9a6-e05447465a23" providerId="ADAL" clId="{BD9FFA9E-4355-449D-B117-2CE5DD8A178F}" dt="2026-01-21T13:41:10.496" v="1899" actId="1076"/>
          <ac:spMkLst>
            <pc:docMk/>
            <pc:sldMk cId="2252098653" sldId="258"/>
            <ac:spMk id="68" creationId="{1CDBF5F1-1ACC-E89A-C1B7-C860214380EA}"/>
          </ac:spMkLst>
        </pc:spChg>
        <pc:spChg chg="add mod">
          <ac:chgData name="ZZ23 Vogt Simon" userId="282d6585-744c-4be0-a9a6-e05447465a23" providerId="ADAL" clId="{BD9FFA9E-4355-449D-B117-2CE5DD8A178F}" dt="2026-01-21T13:43:26.488" v="1995" actId="1076"/>
          <ac:spMkLst>
            <pc:docMk/>
            <pc:sldMk cId="2252098653" sldId="258"/>
            <ac:spMk id="69" creationId="{45996462-0F79-538C-8F94-30656DBC4C99}"/>
          </ac:spMkLst>
        </pc:spChg>
        <pc:spChg chg="add mod">
          <ac:chgData name="ZZ23 Vogt Simon" userId="282d6585-744c-4be0-a9a6-e05447465a23" providerId="ADAL" clId="{BD9FFA9E-4355-449D-B117-2CE5DD8A178F}" dt="2026-01-21T13:44:30.658" v="2171" actId="20577"/>
          <ac:spMkLst>
            <pc:docMk/>
            <pc:sldMk cId="2252098653" sldId="258"/>
            <ac:spMk id="70" creationId="{CE25878B-A9C3-8307-B219-84177ED60E36}"/>
          </ac:spMkLst>
        </pc:spChg>
        <pc:spChg chg="add mod">
          <ac:chgData name="ZZ23 Vogt Simon" userId="282d6585-744c-4be0-a9a6-e05447465a23" providerId="ADAL" clId="{BD9FFA9E-4355-449D-B117-2CE5DD8A178F}" dt="2026-01-21T13:44:23.654" v="2170" actId="403"/>
          <ac:spMkLst>
            <pc:docMk/>
            <pc:sldMk cId="2252098653" sldId="258"/>
            <ac:spMk id="71" creationId="{39DD4B0A-B039-48FA-7AF6-E23DC15E3527}"/>
          </ac:spMkLst>
        </pc:spChg>
        <pc:spChg chg="add mod">
          <ac:chgData name="ZZ23 Vogt Simon" userId="282d6585-744c-4be0-a9a6-e05447465a23" providerId="ADAL" clId="{BD9FFA9E-4355-449D-B117-2CE5DD8A178F}" dt="2026-01-21T13:46:52.188" v="2267" actId="1038"/>
          <ac:spMkLst>
            <pc:docMk/>
            <pc:sldMk cId="2252098653" sldId="258"/>
            <ac:spMk id="72" creationId="{44DBD98F-9AFB-F4DB-F4D1-63A5EC55E6F9}"/>
          </ac:spMkLst>
        </pc:spChg>
        <pc:spChg chg="add mod">
          <ac:chgData name="ZZ23 Vogt Simon" userId="282d6585-744c-4be0-a9a6-e05447465a23" providerId="ADAL" clId="{BD9FFA9E-4355-449D-B117-2CE5DD8A178F}" dt="2026-01-21T13:48:20.615" v="2344" actId="20577"/>
          <ac:spMkLst>
            <pc:docMk/>
            <pc:sldMk cId="2252098653" sldId="258"/>
            <ac:spMk id="73" creationId="{078515D8-88BB-8C5A-934B-66E26FEF1A35}"/>
          </ac:spMkLst>
        </pc:spChg>
        <pc:spChg chg="add mod">
          <ac:chgData name="ZZ23 Vogt Simon" userId="282d6585-744c-4be0-a9a6-e05447465a23" providerId="ADAL" clId="{BD9FFA9E-4355-449D-B117-2CE5DD8A178F}" dt="2026-01-21T13:52:23.915" v="2471" actId="1037"/>
          <ac:spMkLst>
            <pc:docMk/>
            <pc:sldMk cId="2252098653" sldId="258"/>
            <ac:spMk id="74" creationId="{A3CBFF44-9C4C-4C29-2A40-C445F78E3914}"/>
          </ac:spMkLst>
        </pc:spChg>
        <pc:spChg chg="add mod">
          <ac:chgData name="ZZ23 Vogt Simon" userId="282d6585-744c-4be0-a9a6-e05447465a23" providerId="ADAL" clId="{BD9FFA9E-4355-449D-B117-2CE5DD8A178F}" dt="2026-01-21T13:56:04.209" v="2618" actId="20577"/>
          <ac:spMkLst>
            <pc:docMk/>
            <pc:sldMk cId="2252098653" sldId="258"/>
            <ac:spMk id="75" creationId="{D2DCED89-D17E-427E-7764-7C70DEF8B120}"/>
          </ac:spMkLst>
        </pc:spChg>
      </pc:sldChg>
      <pc:sldChg chg="addSp modSp mod">
        <pc:chgData name="ZZ23 Vogt Simon" userId="282d6585-744c-4be0-a9a6-e05447465a23" providerId="ADAL" clId="{BD9FFA9E-4355-449D-B117-2CE5DD8A178F}" dt="2026-01-21T13:59:20.166" v="2781" actId="20577"/>
        <pc:sldMkLst>
          <pc:docMk/>
          <pc:sldMk cId="1038384429" sldId="259"/>
        </pc:sldMkLst>
        <pc:spChg chg="add mod">
          <ac:chgData name="ZZ23 Vogt Simon" userId="282d6585-744c-4be0-a9a6-e05447465a23" providerId="ADAL" clId="{BD9FFA9E-4355-449D-B117-2CE5DD8A178F}" dt="2026-01-21T13:59:20.166" v="2781" actId="20577"/>
          <ac:spMkLst>
            <pc:docMk/>
            <pc:sldMk cId="1038384429" sldId="259"/>
            <ac:spMk id="18" creationId="{A367BAD7-9BA3-5F02-F6E8-9649CAEF38CE}"/>
          </ac:spMkLst>
        </pc:spChg>
      </pc:sldChg>
      <pc:sldChg chg="addSp modSp mod">
        <pc:chgData name="ZZ23 Vogt Simon" userId="282d6585-744c-4be0-a9a6-e05447465a23" providerId="ADAL" clId="{BD9FFA9E-4355-449D-B117-2CE5DD8A178F}" dt="2026-01-21T13:36:18.092" v="1624" actId="20577"/>
        <pc:sldMkLst>
          <pc:docMk/>
          <pc:sldMk cId="567844823" sldId="260"/>
        </pc:sldMkLst>
        <pc:spChg chg="add mod">
          <ac:chgData name="ZZ23 Vogt Simon" userId="282d6585-744c-4be0-a9a6-e05447465a23" providerId="ADAL" clId="{BD9FFA9E-4355-449D-B117-2CE5DD8A178F}" dt="2026-01-21T13:32:01.962" v="1555" actId="1076"/>
          <ac:spMkLst>
            <pc:docMk/>
            <pc:sldMk cId="567844823" sldId="260"/>
            <ac:spMk id="9" creationId="{7459A99F-685C-E01F-C330-92B80EF863B9}"/>
          </ac:spMkLst>
        </pc:spChg>
        <pc:spChg chg="add mod">
          <ac:chgData name="ZZ23 Vogt Simon" userId="282d6585-744c-4be0-a9a6-e05447465a23" providerId="ADAL" clId="{BD9FFA9E-4355-449D-B117-2CE5DD8A178F}" dt="2026-01-21T13:36:18.092" v="1624" actId="20577"/>
          <ac:spMkLst>
            <pc:docMk/>
            <pc:sldMk cId="567844823" sldId="260"/>
            <ac:spMk id="23" creationId="{A6FBE1C6-5B74-A206-9D43-F06B97A7058E}"/>
          </ac:spMkLst>
        </pc:spChg>
        <pc:spChg chg="add mod">
          <ac:chgData name="ZZ23 Vogt Simon" userId="282d6585-744c-4be0-a9a6-e05447465a23" providerId="ADAL" clId="{BD9FFA9E-4355-449D-B117-2CE5DD8A178F}" dt="2026-01-21T13:36:12.049" v="1621" actId="20577"/>
          <ac:spMkLst>
            <pc:docMk/>
            <pc:sldMk cId="567844823" sldId="260"/>
            <ac:spMk id="25" creationId="{DE2CC1DA-BB61-2543-186B-E93967DD54A9}"/>
          </ac:spMkLst>
        </pc:spChg>
      </pc:sldChg>
      <pc:sldChg chg="addSp modSp mod">
        <pc:chgData name="ZZ23 Vogt Simon" userId="282d6585-744c-4be0-a9a6-e05447465a23" providerId="ADAL" clId="{BD9FFA9E-4355-449D-B117-2CE5DD8A178F}" dt="2026-01-21T13:04:35.962" v="926" actId="1038"/>
        <pc:sldMkLst>
          <pc:docMk/>
          <pc:sldMk cId="130138093" sldId="261"/>
        </pc:sldMkLst>
        <pc:spChg chg="mod">
          <ac:chgData name="ZZ23 Vogt Simon" userId="282d6585-744c-4be0-a9a6-e05447465a23" providerId="ADAL" clId="{BD9FFA9E-4355-449D-B117-2CE5DD8A178F}" dt="2026-01-21T13:03:26.743" v="861" actId="14100"/>
          <ac:spMkLst>
            <pc:docMk/>
            <pc:sldMk cId="130138093" sldId="261"/>
            <ac:spMk id="2" creationId="{90CDE494-91A8-2622-EED0-5355C4C7611E}"/>
          </ac:spMkLst>
        </pc:spChg>
        <pc:spChg chg="mod">
          <ac:chgData name="ZZ23 Vogt Simon" userId="282d6585-744c-4be0-a9a6-e05447465a23" providerId="ADAL" clId="{BD9FFA9E-4355-449D-B117-2CE5DD8A178F}" dt="2026-01-21T13:03:51.448" v="883" actId="1076"/>
          <ac:spMkLst>
            <pc:docMk/>
            <pc:sldMk cId="130138093" sldId="261"/>
            <ac:spMk id="5" creationId="{2FFF4ACD-8898-66AB-2DA3-C33EA2DE80AE}"/>
          </ac:spMkLst>
        </pc:spChg>
        <pc:spChg chg="add mod">
          <ac:chgData name="ZZ23 Vogt Simon" userId="282d6585-744c-4be0-a9a6-e05447465a23" providerId="ADAL" clId="{BD9FFA9E-4355-449D-B117-2CE5DD8A178F}" dt="2026-01-21T13:04:02.887" v="885" actId="404"/>
          <ac:spMkLst>
            <pc:docMk/>
            <pc:sldMk cId="130138093" sldId="261"/>
            <ac:spMk id="7" creationId="{8FA97831-3DCF-8AA0-4139-7942909923CA}"/>
          </ac:spMkLst>
        </pc:spChg>
        <pc:spChg chg="add mod">
          <ac:chgData name="ZZ23 Vogt Simon" userId="282d6585-744c-4be0-a9a6-e05447465a23" providerId="ADAL" clId="{BD9FFA9E-4355-449D-B117-2CE5DD8A178F}" dt="2026-01-21T13:04:35.962" v="926" actId="1038"/>
          <ac:spMkLst>
            <pc:docMk/>
            <pc:sldMk cId="130138093" sldId="261"/>
            <ac:spMk id="8" creationId="{60331794-7643-3798-F785-432710AF734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5A93E-C10A-4E5C-94A1-26E6B84057A3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3984-930F-4D13-B832-8353F54B3E0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6408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5A93E-C10A-4E5C-94A1-26E6B84057A3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3984-930F-4D13-B832-8353F54B3E0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261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5A93E-C10A-4E5C-94A1-26E6B84057A3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3984-930F-4D13-B832-8353F54B3E0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3292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5A93E-C10A-4E5C-94A1-26E6B84057A3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3984-930F-4D13-B832-8353F54B3E0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5993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5A93E-C10A-4E5C-94A1-26E6B84057A3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3984-930F-4D13-B832-8353F54B3E0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415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5A93E-C10A-4E5C-94A1-26E6B84057A3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3984-930F-4D13-B832-8353F54B3E0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5428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5A93E-C10A-4E5C-94A1-26E6B84057A3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3984-930F-4D13-B832-8353F54B3E0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4064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5A93E-C10A-4E5C-94A1-26E6B84057A3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3984-930F-4D13-B832-8353F54B3E0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0818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5A93E-C10A-4E5C-94A1-26E6B84057A3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3984-930F-4D13-B832-8353F54B3E0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6457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5A93E-C10A-4E5C-94A1-26E6B84057A3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3984-930F-4D13-B832-8353F54B3E0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4914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5A93E-C10A-4E5C-94A1-26E6B84057A3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C3984-930F-4D13-B832-8353F54B3E0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8496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6885A93E-C10A-4E5C-94A1-26E6B84057A3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7AAC3984-930F-4D13-B832-8353F54B3E0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88364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hteck 119">
            <a:extLst>
              <a:ext uri="{FF2B5EF4-FFF2-40B4-BE49-F238E27FC236}">
                <a16:creationId xmlns:a16="http://schemas.microsoft.com/office/drawing/2014/main" id="{522AB640-B154-85F9-C4D1-425CAD7DC055}"/>
              </a:ext>
            </a:extLst>
          </p:cNvPr>
          <p:cNvSpPr/>
          <p:nvPr/>
        </p:nvSpPr>
        <p:spPr>
          <a:xfrm>
            <a:off x="4822370" y="2966357"/>
            <a:ext cx="2873829" cy="11212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600"/>
              <a:t>Play</a:t>
            </a:r>
          </a:p>
        </p:txBody>
      </p:sp>
      <p:sp>
        <p:nvSpPr>
          <p:cNvPr id="121" name="Rechteck 120">
            <a:extLst>
              <a:ext uri="{FF2B5EF4-FFF2-40B4-BE49-F238E27FC236}">
                <a16:creationId xmlns:a16="http://schemas.microsoft.com/office/drawing/2014/main" id="{EBCA7CCD-CDC7-E3AF-7B00-183B34621522}"/>
              </a:ext>
            </a:extLst>
          </p:cNvPr>
          <p:cNvSpPr/>
          <p:nvPr/>
        </p:nvSpPr>
        <p:spPr>
          <a:xfrm>
            <a:off x="3973283" y="767444"/>
            <a:ext cx="4572001" cy="11212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600" err="1"/>
              <a:t>VoltorbFlip</a:t>
            </a:r>
            <a:endParaRPr lang="de-DE" sz="6600"/>
          </a:p>
        </p:txBody>
      </p:sp>
      <p:sp>
        <p:nvSpPr>
          <p:cNvPr id="122" name="Rechteck 121">
            <a:extLst>
              <a:ext uri="{FF2B5EF4-FFF2-40B4-BE49-F238E27FC236}">
                <a16:creationId xmlns:a16="http://schemas.microsoft.com/office/drawing/2014/main" id="{33EBD43C-757B-AFD5-069D-02719C437297}"/>
              </a:ext>
            </a:extLst>
          </p:cNvPr>
          <p:cNvSpPr/>
          <p:nvPr/>
        </p:nvSpPr>
        <p:spPr>
          <a:xfrm>
            <a:off x="5649681" y="4087584"/>
            <a:ext cx="1219204" cy="3483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/>
              <a:t>Rules</a:t>
            </a:r>
            <a:endParaRPr lang="de-DE" sz="5400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2675362-A1C7-0CE9-0B4A-104606B0D97C}"/>
              </a:ext>
            </a:extLst>
          </p:cNvPr>
          <p:cNvSpPr/>
          <p:nvPr/>
        </p:nvSpPr>
        <p:spPr>
          <a:xfrm>
            <a:off x="3864427" y="5646367"/>
            <a:ext cx="2286002" cy="5823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/>
              <a:t>Watch Replay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6D5239D-31F1-E237-6E6C-DF1B12D83F22}"/>
              </a:ext>
            </a:extLst>
          </p:cNvPr>
          <p:cNvSpPr/>
          <p:nvPr/>
        </p:nvSpPr>
        <p:spPr>
          <a:xfrm>
            <a:off x="6281049" y="5646367"/>
            <a:ext cx="2286002" cy="5823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/>
              <a:t>Shop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0723975F-35FF-16B5-800B-E12C21CBF73D}"/>
              </a:ext>
            </a:extLst>
          </p:cNvPr>
          <p:cNvSpPr txBox="1"/>
          <p:nvPr/>
        </p:nvSpPr>
        <p:spPr>
          <a:xfrm>
            <a:off x="8666922" y="884974"/>
            <a:ext cx="1182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solidFill>
                  <a:srgbClr val="FFC000"/>
                </a:solidFill>
              </a:rPr>
              <a:t>&lt;- Titel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E78FD4B-9AF6-4948-24E4-AFD725742342}"/>
              </a:ext>
            </a:extLst>
          </p:cNvPr>
          <p:cNvSpPr txBox="1"/>
          <p:nvPr/>
        </p:nvSpPr>
        <p:spPr>
          <a:xfrm>
            <a:off x="7795591" y="2966357"/>
            <a:ext cx="29883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solidFill>
                  <a:srgbClr val="FFC000"/>
                </a:solidFill>
              </a:rPr>
              <a:t>&lt;- bei klick </a:t>
            </a:r>
            <a:r>
              <a:rPr lang="de-DE" err="1">
                <a:solidFill>
                  <a:srgbClr val="FFC000"/>
                </a:solidFill>
              </a:rPr>
              <a:t>weiterleitung</a:t>
            </a:r>
            <a:r>
              <a:rPr lang="de-DE">
                <a:solidFill>
                  <a:srgbClr val="FFC000"/>
                </a:solidFill>
              </a:rPr>
              <a:t> in eine </a:t>
            </a:r>
            <a:r>
              <a:rPr lang="de-DE" err="1">
                <a:solidFill>
                  <a:srgbClr val="FFC000"/>
                </a:solidFill>
              </a:rPr>
              <a:t>lobby</a:t>
            </a:r>
            <a:endParaRPr lang="de-DE">
              <a:solidFill>
                <a:srgbClr val="FFC000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120982D-D78C-1493-6381-E828DD01AA41}"/>
              </a:ext>
            </a:extLst>
          </p:cNvPr>
          <p:cNvSpPr txBox="1"/>
          <p:nvPr/>
        </p:nvSpPr>
        <p:spPr>
          <a:xfrm>
            <a:off x="7051101" y="4176799"/>
            <a:ext cx="29883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solidFill>
                  <a:srgbClr val="FFC000"/>
                </a:solidFill>
              </a:rPr>
              <a:t>&lt;- öffnet ein </a:t>
            </a:r>
            <a:r>
              <a:rPr lang="de-DE" err="1">
                <a:solidFill>
                  <a:srgbClr val="FFC000"/>
                </a:solidFill>
              </a:rPr>
              <a:t>pop-up</a:t>
            </a:r>
            <a:r>
              <a:rPr lang="de-DE">
                <a:solidFill>
                  <a:srgbClr val="FFC000"/>
                </a:solidFill>
              </a:rPr>
              <a:t> </a:t>
            </a:r>
            <a:r>
              <a:rPr lang="de-DE" err="1">
                <a:solidFill>
                  <a:srgbClr val="FFC000"/>
                </a:solidFill>
              </a:rPr>
              <a:t>fenster</a:t>
            </a:r>
            <a:r>
              <a:rPr lang="de-DE">
                <a:solidFill>
                  <a:srgbClr val="FFC000"/>
                </a:solidFill>
              </a:rPr>
              <a:t>, was nur die regeln erklärt (Seite 2)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CECF2191-EACE-8EE8-6A0F-BA0DBA8E0DF3}"/>
              </a:ext>
            </a:extLst>
          </p:cNvPr>
          <p:cNvSpPr txBox="1"/>
          <p:nvPr/>
        </p:nvSpPr>
        <p:spPr>
          <a:xfrm>
            <a:off x="8698396" y="5646367"/>
            <a:ext cx="3405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solidFill>
                  <a:srgbClr val="FFC000"/>
                </a:solidFill>
              </a:rPr>
              <a:t>&lt;- öffnet ein </a:t>
            </a:r>
            <a:r>
              <a:rPr lang="de-DE" err="1">
                <a:solidFill>
                  <a:srgbClr val="FFC000"/>
                </a:solidFill>
              </a:rPr>
              <a:t>pop-up</a:t>
            </a:r>
            <a:r>
              <a:rPr lang="de-DE">
                <a:solidFill>
                  <a:srgbClr val="FFC000"/>
                </a:solidFill>
              </a:rPr>
              <a:t> </a:t>
            </a:r>
            <a:r>
              <a:rPr lang="de-DE" err="1">
                <a:solidFill>
                  <a:srgbClr val="FFC000"/>
                </a:solidFill>
              </a:rPr>
              <a:t>fenster</a:t>
            </a:r>
            <a:r>
              <a:rPr lang="de-DE">
                <a:solidFill>
                  <a:srgbClr val="FFC000"/>
                </a:solidFill>
              </a:rPr>
              <a:t> zum item </a:t>
            </a:r>
            <a:r>
              <a:rPr lang="de-DE" err="1">
                <a:solidFill>
                  <a:srgbClr val="FFC000"/>
                </a:solidFill>
              </a:rPr>
              <a:t>shop</a:t>
            </a:r>
            <a:r>
              <a:rPr lang="de-DE">
                <a:solidFill>
                  <a:srgbClr val="FFC000"/>
                </a:solidFill>
              </a:rPr>
              <a:t> (Seite 3)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2FD847E-22B7-682A-032E-2043ADE143B4}"/>
              </a:ext>
            </a:extLst>
          </p:cNvPr>
          <p:cNvSpPr txBox="1"/>
          <p:nvPr/>
        </p:nvSpPr>
        <p:spPr>
          <a:xfrm>
            <a:off x="537971" y="4967941"/>
            <a:ext cx="34051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solidFill>
                  <a:srgbClr val="FFC000"/>
                </a:solidFill>
              </a:rPr>
              <a:t>Öffnet ein </a:t>
            </a:r>
            <a:r>
              <a:rPr lang="de-DE" err="1">
                <a:solidFill>
                  <a:srgbClr val="FFC000"/>
                </a:solidFill>
              </a:rPr>
              <a:t>pop-up</a:t>
            </a:r>
            <a:r>
              <a:rPr lang="de-DE">
                <a:solidFill>
                  <a:srgbClr val="FFC000"/>
                </a:solidFill>
              </a:rPr>
              <a:t> </a:t>
            </a:r>
            <a:r>
              <a:rPr lang="de-DE" err="1">
                <a:solidFill>
                  <a:srgbClr val="FFC000"/>
                </a:solidFill>
              </a:rPr>
              <a:t>fenster</a:t>
            </a:r>
            <a:r>
              <a:rPr lang="de-DE">
                <a:solidFill>
                  <a:srgbClr val="FFC000"/>
                </a:solidFill>
              </a:rPr>
              <a:t>, indem man vergangene spiele sich nochmal anschauen kann, importieren oder exportieren -&gt;</a:t>
            </a:r>
          </a:p>
        </p:txBody>
      </p:sp>
    </p:spTree>
    <p:extLst>
      <p:ext uri="{BB962C8B-B14F-4D97-AF65-F5344CB8AC3E}">
        <p14:creationId xmlns:p14="http://schemas.microsoft.com/office/powerpoint/2010/main" val="1944629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ABFC7-E0A1-6DE7-5857-0FE3B676B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hteck 119">
            <a:extLst>
              <a:ext uri="{FF2B5EF4-FFF2-40B4-BE49-F238E27FC236}">
                <a16:creationId xmlns:a16="http://schemas.microsoft.com/office/drawing/2014/main" id="{9FC23412-7A28-E991-106E-6FA76C118CAF}"/>
              </a:ext>
            </a:extLst>
          </p:cNvPr>
          <p:cNvSpPr/>
          <p:nvPr/>
        </p:nvSpPr>
        <p:spPr>
          <a:xfrm>
            <a:off x="4822370" y="2966357"/>
            <a:ext cx="2873829" cy="11212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600"/>
              <a:t>Play</a:t>
            </a:r>
          </a:p>
        </p:txBody>
      </p:sp>
      <p:sp>
        <p:nvSpPr>
          <p:cNvPr id="121" name="Rechteck 120">
            <a:extLst>
              <a:ext uri="{FF2B5EF4-FFF2-40B4-BE49-F238E27FC236}">
                <a16:creationId xmlns:a16="http://schemas.microsoft.com/office/drawing/2014/main" id="{9C474F21-190E-5703-DD6E-2DAC9BDCF5ED}"/>
              </a:ext>
            </a:extLst>
          </p:cNvPr>
          <p:cNvSpPr/>
          <p:nvPr/>
        </p:nvSpPr>
        <p:spPr>
          <a:xfrm>
            <a:off x="3973283" y="767444"/>
            <a:ext cx="4572001" cy="11212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600" err="1"/>
              <a:t>VoltorbFlip</a:t>
            </a:r>
            <a:endParaRPr lang="de-DE" sz="6600"/>
          </a:p>
        </p:txBody>
      </p:sp>
      <p:sp>
        <p:nvSpPr>
          <p:cNvPr id="122" name="Rechteck 121">
            <a:extLst>
              <a:ext uri="{FF2B5EF4-FFF2-40B4-BE49-F238E27FC236}">
                <a16:creationId xmlns:a16="http://schemas.microsoft.com/office/drawing/2014/main" id="{A608790A-0AFB-F4AB-3C16-D51A3FAEC8D2}"/>
              </a:ext>
            </a:extLst>
          </p:cNvPr>
          <p:cNvSpPr/>
          <p:nvPr/>
        </p:nvSpPr>
        <p:spPr>
          <a:xfrm>
            <a:off x="5649681" y="4087584"/>
            <a:ext cx="1219204" cy="3483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/>
              <a:t>Rules</a:t>
            </a:r>
            <a:endParaRPr lang="de-DE" sz="5400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9561A96-40AE-8370-9C5E-9D48EC50863F}"/>
              </a:ext>
            </a:extLst>
          </p:cNvPr>
          <p:cNvSpPr/>
          <p:nvPr/>
        </p:nvSpPr>
        <p:spPr>
          <a:xfrm>
            <a:off x="3864427" y="5646367"/>
            <a:ext cx="2286002" cy="5823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/>
              <a:t>Watch Replay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B0442FC-EA74-1FA5-F9F5-00BCC3F3E9A1}"/>
              </a:ext>
            </a:extLst>
          </p:cNvPr>
          <p:cNvSpPr/>
          <p:nvPr/>
        </p:nvSpPr>
        <p:spPr>
          <a:xfrm>
            <a:off x="6281049" y="5646367"/>
            <a:ext cx="2286002" cy="5823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/>
              <a:t>Shop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FFF4ACD-8898-66AB-2DA3-C33EA2DE80AE}"/>
              </a:ext>
            </a:extLst>
          </p:cNvPr>
          <p:cNvSpPr/>
          <p:nvPr/>
        </p:nvSpPr>
        <p:spPr>
          <a:xfrm>
            <a:off x="2367636" y="446315"/>
            <a:ext cx="7875821" cy="5998028"/>
          </a:xfrm>
          <a:prstGeom prst="rect">
            <a:avLst/>
          </a:prstGeom>
          <a:solidFill>
            <a:srgbClr val="0E284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660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DB59E66-58F5-B620-EE4A-4B301864B215}"/>
              </a:ext>
            </a:extLst>
          </p:cNvPr>
          <p:cNvSpPr txBox="1"/>
          <p:nvPr/>
        </p:nvSpPr>
        <p:spPr>
          <a:xfrm>
            <a:off x="5517685" y="634773"/>
            <a:ext cx="15267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/>
              <a:t>RULES</a:t>
            </a:r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0CDE494-91A8-2622-EED0-5355C4C7611E}"/>
              </a:ext>
            </a:extLst>
          </p:cNvPr>
          <p:cNvSpPr/>
          <p:nvPr/>
        </p:nvSpPr>
        <p:spPr>
          <a:xfrm>
            <a:off x="2683325" y="1413775"/>
            <a:ext cx="7342417" cy="44757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/>
              <a:t>Rules</a:t>
            </a:r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FA97831-3DCF-8AA0-4139-7942909923CA}"/>
              </a:ext>
            </a:extLst>
          </p:cNvPr>
          <p:cNvSpPr/>
          <p:nvPr/>
        </p:nvSpPr>
        <p:spPr>
          <a:xfrm>
            <a:off x="8806537" y="5992762"/>
            <a:ext cx="1219205" cy="3483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/>
              <a:t>OK</a:t>
            </a:r>
            <a:endParaRPr lang="de-DE" sz="660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0331794-7643-3798-F785-432710AF734F}"/>
              </a:ext>
            </a:extLst>
          </p:cNvPr>
          <p:cNvSpPr txBox="1"/>
          <p:nvPr/>
        </p:nvSpPr>
        <p:spPr>
          <a:xfrm>
            <a:off x="10309116" y="5992762"/>
            <a:ext cx="20893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solidFill>
                  <a:srgbClr val="FFC000"/>
                </a:solidFill>
              </a:rPr>
              <a:t>&lt;- schließt das </a:t>
            </a:r>
            <a:r>
              <a:rPr lang="de-DE" err="1">
                <a:solidFill>
                  <a:srgbClr val="FFC000"/>
                </a:solidFill>
              </a:rPr>
              <a:t>pop-up</a:t>
            </a:r>
            <a:r>
              <a:rPr lang="de-DE">
                <a:solidFill>
                  <a:srgbClr val="FFC000"/>
                </a:solidFill>
              </a:rPr>
              <a:t> </a:t>
            </a:r>
            <a:r>
              <a:rPr lang="de-DE" err="1">
                <a:solidFill>
                  <a:srgbClr val="FFC000"/>
                </a:solidFill>
              </a:rPr>
              <a:t>fenster</a:t>
            </a:r>
            <a:r>
              <a:rPr lang="de-DE">
                <a:solidFill>
                  <a:srgbClr val="FFC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138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4A7C5-1BF9-51F8-0D12-50FEDC241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hteck 119">
            <a:extLst>
              <a:ext uri="{FF2B5EF4-FFF2-40B4-BE49-F238E27FC236}">
                <a16:creationId xmlns:a16="http://schemas.microsoft.com/office/drawing/2014/main" id="{8733E5EA-C4D4-A01E-69CA-B85FDFEEE1FB}"/>
              </a:ext>
            </a:extLst>
          </p:cNvPr>
          <p:cNvSpPr/>
          <p:nvPr/>
        </p:nvSpPr>
        <p:spPr>
          <a:xfrm>
            <a:off x="4822370" y="2966357"/>
            <a:ext cx="2873829" cy="11212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600"/>
              <a:t>Play</a:t>
            </a:r>
          </a:p>
        </p:txBody>
      </p:sp>
      <p:sp>
        <p:nvSpPr>
          <p:cNvPr id="121" name="Rechteck 120">
            <a:extLst>
              <a:ext uri="{FF2B5EF4-FFF2-40B4-BE49-F238E27FC236}">
                <a16:creationId xmlns:a16="http://schemas.microsoft.com/office/drawing/2014/main" id="{8D419B02-8F66-28ED-BE97-3A52EEB556B3}"/>
              </a:ext>
            </a:extLst>
          </p:cNvPr>
          <p:cNvSpPr/>
          <p:nvPr/>
        </p:nvSpPr>
        <p:spPr>
          <a:xfrm>
            <a:off x="3973283" y="767444"/>
            <a:ext cx="4572001" cy="11212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6600" err="1"/>
              <a:t>VoltorbFlip</a:t>
            </a:r>
            <a:endParaRPr lang="de-DE" sz="6600"/>
          </a:p>
        </p:txBody>
      </p:sp>
      <p:sp>
        <p:nvSpPr>
          <p:cNvPr id="122" name="Rechteck 121">
            <a:extLst>
              <a:ext uri="{FF2B5EF4-FFF2-40B4-BE49-F238E27FC236}">
                <a16:creationId xmlns:a16="http://schemas.microsoft.com/office/drawing/2014/main" id="{5CFC75E9-93FC-6EC7-EBB9-0B360F03E8C6}"/>
              </a:ext>
            </a:extLst>
          </p:cNvPr>
          <p:cNvSpPr/>
          <p:nvPr/>
        </p:nvSpPr>
        <p:spPr>
          <a:xfrm>
            <a:off x="5649681" y="4087584"/>
            <a:ext cx="1219204" cy="3483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/>
              <a:t>Rules</a:t>
            </a:r>
            <a:endParaRPr lang="de-DE" sz="5400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3C8CC1F-A8B4-9E4C-B9B0-1BB4BFF5090C}"/>
              </a:ext>
            </a:extLst>
          </p:cNvPr>
          <p:cNvSpPr/>
          <p:nvPr/>
        </p:nvSpPr>
        <p:spPr>
          <a:xfrm>
            <a:off x="3864427" y="5646367"/>
            <a:ext cx="2286002" cy="5823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/>
              <a:t>Watch Replay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78C51BB-45F5-36BA-B98B-8E8F2B576F56}"/>
              </a:ext>
            </a:extLst>
          </p:cNvPr>
          <p:cNvSpPr/>
          <p:nvPr/>
        </p:nvSpPr>
        <p:spPr>
          <a:xfrm>
            <a:off x="6281049" y="5646367"/>
            <a:ext cx="2286002" cy="5823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/>
              <a:t>Shop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08F1CD8C-CA8B-762B-9E4E-069C9A17E697}"/>
              </a:ext>
            </a:extLst>
          </p:cNvPr>
          <p:cNvSpPr/>
          <p:nvPr/>
        </p:nvSpPr>
        <p:spPr>
          <a:xfrm>
            <a:off x="2367636" y="1317171"/>
            <a:ext cx="7875821" cy="4539343"/>
          </a:xfrm>
          <a:prstGeom prst="rect">
            <a:avLst/>
          </a:prstGeom>
          <a:solidFill>
            <a:srgbClr val="0E284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660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2A3653B-8532-6555-ADEF-5851F5F9D61D}"/>
              </a:ext>
            </a:extLst>
          </p:cNvPr>
          <p:cNvSpPr txBox="1"/>
          <p:nvPr/>
        </p:nvSpPr>
        <p:spPr>
          <a:xfrm>
            <a:off x="5603415" y="1407574"/>
            <a:ext cx="1404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/>
              <a:t>SHOP</a:t>
            </a:r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D5A9D7E-E4F4-9D5A-8B15-6AA433394BA7}"/>
              </a:ext>
            </a:extLst>
          </p:cNvPr>
          <p:cNvSpPr/>
          <p:nvPr/>
        </p:nvSpPr>
        <p:spPr>
          <a:xfrm>
            <a:off x="2547257" y="2569029"/>
            <a:ext cx="838200" cy="838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/>
              <a:t>Icon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3E1A7B0-C412-3C28-7BBB-0A6765858FD2}"/>
              </a:ext>
            </a:extLst>
          </p:cNvPr>
          <p:cNvSpPr/>
          <p:nvPr/>
        </p:nvSpPr>
        <p:spPr>
          <a:xfrm>
            <a:off x="2547257" y="3565069"/>
            <a:ext cx="838200" cy="838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/>
              <a:t>Icon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AA542E08-2A1B-7F10-E2CC-B81E5D4202A8}"/>
              </a:ext>
            </a:extLst>
          </p:cNvPr>
          <p:cNvSpPr/>
          <p:nvPr/>
        </p:nvSpPr>
        <p:spPr>
          <a:xfrm>
            <a:off x="2547257" y="4561109"/>
            <a:ext cx="838200" cy="838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/>
              <a:t>Icon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3C7AC41-F6D2-3CF4-5A12-2F65361CCD64}"/>
              </a:ext>
            </a:extLst>
          </p:cNvPr>
          <p:cNvSpPr/>
          <p:nvPr/>
        </p:nvSpPr>
        <p:spPr>
          <a:xfrm>
            <a:off x="3554183" y="2569029"/>
            <a:ext cx="4152905" cy="8490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/>
              <a:t>Description</a:t>
            </a:r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A684CDDF-E2DF-4844-ACAF-277A6D19F1C9}"/>
              </a:ext>
            </a:extLst>
          </p:cNvPr>
          <p:cNvSpPr/>
          <p:nvPr/>
        </p:nvSpPr>
        <p:spPr>
          <a:xfrm>
            <a:off x="3554192" y="3559624"/>
            <a:ext cx="4152896" cy="838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/>
              <a:t>Description</a:t>
            </a:r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FAC30788-7402-7F0E-F513-047D7EABF1E6}"/>
              </a:ext>
            </a:extLst>
          </p:cNvPr>
          <p:cNvSpPr/>
          <p:nvPr/>
        </p:nvSpPr>
        <p:spPr>
          <a:xfrm>
            <a:off x="3554201" y="4561104"/>
            <a:ext cx="4142002" cy="838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/>
              <a:t>Description</a:t>
            </a:r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43C5403-345E-9B99-6919-594223FE3AC1}"/>
              </a:ext>
            </a:extLst>
          </p:cNvPr>
          <p:cNvSpPr/>
          <p:nvPr/>
        </p:nvSpPr>
        <p:spPr>
          <a:xfrm>
            <a:off x="8942617" y="2569029"/>
            <a:ext cx="1132105" cy="838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err="1"/>
              <a:t>Equip</a:t>
            </a:r>
            <a:endParaRPr lang="de-DE" sz="240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09CDA9CC-E354-768C-521D-5796CF39EA8B}"/>
              </a:ext>
            </a:extLst>
          </p:cNvPr>
          <p:cNvSpPr/>
          <p:nvPr/>
        </p:nvSpPr>
        <p:spPr>
          <a:xfrm>
            <a:off x="8942616" y="3559624"/>
            <a:ext cx="1132105" cy="838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err="1"/>
              <a:t>Equip</a:t>
            </a:r>
            <a:endParaRPr lang="de-DE" sz="2400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0B906A02-3BF1-BCC1-1757-96AE1610E8BD}"/>
              </a:ext>
            </a:extLst>
          </p:cNvPr>
          <p:cNvSpPr/>
          <p:nvPr/>
        </p:nvSpPr>
        <p:spPr>
          <a:xfrm>
            <a:off x="8942615" y="4550219"/>
            <a:ext cx="1132105" cy="838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err="1"/>
              <a:t>Equip</a:t>
            </a:r>
            <a:endParaRPr lang="de-DE" sz="2400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365AFD8F-A54B-C1D5-2759-FF5994425AFD}"/>
              </a:ext>
            </a:extLst>
          </p:cNvPr>
          <p:cNvSpPr/>
          <p:nvPr/>
        </p:nvSpPr>
        <p:spPr>
          <a:xfrm>
            <a:off x="7832274" y="2569028"/>
            <a:ext cx="990591" cy="838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2400"/>
              <a:t>Buy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8FF039B1-F7F3-EF50-4DB1-99FC7E071A3C}"/>
              </a:ext>
            </a:extLst>
          </p:cNvPr>
          <p:cNvSpPr/>
          <p:nvPr/>
        </p:nvSpPr>
        <p:spPr>
          <a:xfrm>
            <a:off x="7832274" y="3559628"/>
            <a:ext cx="990591" cy="838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2400"/>
              <a:t>Buy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AF663A2E-C8B2-1967-2E2A-88F2A9A08BFF}"/>
              </a:ext>
            </a:extLst>
          </p:cNvPr>
          <p:cNvSpPr/>
          <p:nvPr/>
        </p:nvSpPr>
        <p:spPr>
          <a:xfrm>
            <a:off x="7832274" y="4550228"/>
            <a:ext cx="990591" cy="838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2400"/>
              <a:t>Buy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A367BAD7-9BA3-5F02-F6E8-9649CAEF38CE}"/>
              </a:ext>
            </a:extLst>
          </p:cNvPr>
          <p:cNvSpPr txBox="1"/>
          <p:nvPr/>
        </p:nvSpPr>
        <p:spPr>
          <a:xfrm>
            <a:off x="10194474" y="2760897"/>
            <a:ext cx="40767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solidFill>
                  <a:srgbClr val="FFC000"/>
                </a:solidFill>
              </a:rPr>
              <a:t>&lt;- Schaltfläche um ein Item auszurüsten – mehrere gleichzeitig ist nicht möglich</a:t>
            </a:r>
          </a:p>
        </p:txBody>
      </p:sp>
    </p:spTree>
    <p:extLst>
      <p:ext uri="{BB962C8B-B14F-4D97-AF65-F5344CB8AC3E}">
        <p14:creationId xmlns:p14="http://schemas.microsoft.com/office/powerpoint/2010/main" val="1038384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1D96C-F474-D6D7-CF0E-CCB258D34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9C07F13B-F422-DE15-9390-72853410EDB4}"/>
              </a:ext>
            </a:extLst>
          </p:cNvPr>
          <p:cNvSpPr/>
          <p:nvPr/>
        </p:nvSpPr>
        <p:spPr>
          <a:xfrm>
            <a:off x="4114800" y="5187043"/>
            <a:ext cx="1981200" cy="3809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/>
              <a:t>Watch Replay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62FD418-6301-0847-DE6A-17229A9C2A18}"/>
              </a:ext>
            </a:extLst>
          </p:cNvPr>
          <p:cNvSpPr/>
          <p:nvPr/>
        </p:nvSpPr>
        <p:spPr>
          <a:xfrm>
            <a:off x="4114800" y="2834535"/>
            <a:ext cx="1981200" cy="38099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Player2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812D35DE-11FE-032C-5BE0-8C1C7182F8BD}"/>
              </a:ext>
            </a:extLst>
          </p:cNvPr>
          <p:cNvSpPr/>
          <p:nvPr/>
        </p:nvSpPr>
        <p:spPr>
          <a:xfrm>
            <a:off x="4114800" y="3422364"/>
            <a:ext cx="1981200" cy="380998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Player3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749A21CE-F2EA-76B1-D623-2B0D4EF05A6B}"/>
              </a:ext>
            </a:extLst>
          </p:cNvPr>
          <p:cNvSpPr/>
          <p:nvPr/>
        </p:nvSpPr>
        <p:spPr>
          <a:xfrm>
            <a:off x="4114800" y="4010193"/>
            <a:ext cx="1981200" cy="38099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/>
              <a:t>Player4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65DD8CA0-6405-5682-0723-637A242B0D0F}"/>
              </a:ext>
            </a:extLst>
          </p:cNvPr>
          <p:cNvSpPr/>
          <p:nvPr/>
        </p:nvSpPr>
        <p:spPr>
          <a:xfrm>
            <a:off x="6433457" y="2230380"/>
            <a:ext cx="1981200" cy="38099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/>
              <a:t>Player5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35B77B83-0D21-E65A-2835-27BD56CAC3A2}"/>
              </a:ext>
            </a:extLst>
          </p:cNvPr>
          <p:cNvSpPr/>
          <p:nvPr/>
        </p:nvSpPr>
        <p:spPr>
          <a:xfrm>
            <a:off x="6433457" y="2818209"/>
            <a:ext cx="1981200" cy="380998"/>
          </a:xfrm>
          <a:prstGeom prst="rect">
            <a:avLst/>
          </a:pr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Waiting…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B548D50B-594E-24D9-0906-1F86573C1821}"/>
              </a:ext>
            </a:extLst>
          </p:cNvPr>
          <p:cNvSpPr/>
          <p:nvPr/>
        </p:nvSpPr>
        <p:spPr>
          <a:xfrm>
            <a:off x="6433457" y="3406038"/>
            <a:ext cx="1981200" cy="380998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Waiting…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6BE691F5-9EC0-58D0-08BA-D93A834997E9}"/>
              </a:ext>
            </a:extLst>
          </p:cNvPr>
          <p:cNvSpPr/>
          <p:nvPr/>
        </p:nvSpPr>
        <p:spPr>
          <a:xfrm>
            <a:off x="6433457" y="3993867"/>
            <a:ext cx="1981200" cy="380998"/>
          </a:xfrm>
          <a:prstGeom prst="rect">
            <a:avLst/>
          </a:prstGeom>
          <a:noFill/>
          <a:ln>
            <a:solidFill>
              <a:srgbClr val="41E7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Waiting…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00D05BE1-CF7B-A4D0-5F54-D6336FC51328}"/>
              </a:ext>
            </a:extLst>
          </p:cNvPr>
          <p:cNvSpPr/>
          <p:nvPr/>
        </p:nvSpPr>
        <p:spPr>
          <a:xfrm>
            <a:off x="4114800" y="2230380"/>
            <a:ext cx="1981200" cy="3809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Player1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2B4E608C-7C37-9557-AB25-959BC6FEB544}"/>
              </a:ext>
            </a:extLst>
          </p:cNvPr>
          <p:cNvSpPr/>
          <p:nvPr/>
        </p:nvSpPr>
        <p:spPr>
          <a:xfrm>
            <a:off x="4996543" y="598719"/>
            <a:ext cx="2427514" cy="8817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/>
              <a:t>Game </a:t>
            </a:r>
            <a:r>
              <a:rPr lang="de-DE" sz="2800" err="1"/>
              <a:t>starts</a:t>
            </a:r>
            <a:r>
              <a:rPr lang="de-DE" sz="2800"/>
              <a:t> in</a:t>
            </a:r>
          </a:p>
          <a:p>
            <a:pPr algn="ctr"/>
            <a:r>
              <a:rPr lang="de-DE" sz="2800"/>
              <a:t>#seconds#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A6170C0-B9D0-DE69-0EFC-A62E345CD256}"/>
              </a:ext>
            </a:extLst>
          </p:cNvPr>
          <p:cNvSpPr/>
          <p:nvPr/>
        </p:nvSpPr>
        <p:spPr>
          <a:xfrm>
            <a:off x="4114800" y="5774872"/>
            <a:ext cx="1981200" cy="3809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err="1"/>
              <a:t>Quit</a:t>
            </a:r>
            <a:r>
              <a:rPr lang="de-DE" sz="2000"/>
              <a:t> Lobby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E7DAA2D-E84D-82F2-18B7-EC849FF8F8B4}"/>
              </a:ext>
            </a:extLst>
          </p:cNvPr>
          <p:cNvSpPr/>
          <p:nvPr/>
        </p:nvSpPr>
        <p:spPr>
          <a:xfrm>
            <a:off x="6433457" y="5774872"/>
            <a:ext cx="1981200" cy="3809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2000" err="1"/>
              <a:t>Invite</a:t>
            </a:r>
            <a:r>
              <a:rPr lang="de-DE" sz="2000"/>
              <a:t> Link</a:t>
            </a:r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3F59EA3-0A9F-071F-5234-9AA3F8793D27}"/>
              </a:ext>
            </a:extLst>
          </p:cNvPr>
          <p:cNvSpPr/>
          <p:nvPr/>
        </p:nvSpPr>
        <p:spPr>
          <a:xfrm>
            <a:off x="6433457" y="5187043"/>
            <a:ext cx="1981200" cy="3713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2000"/>
              <a:t>Shop</a:t>
            </a:r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DE2D1A1-C8CC-C59A-92F5-D9B20A285DE1}"/>
              </a:ext>
            </a:extLst>
          </p:cNvPr>
          <p:cNvSpPr txBox="1"/>
          <p:nvPr/>
        </p:nvSpPr>
        <p:spPr>
          <a:xfrm>
            <a:off x="7656176" y="771871"/>
            <a:ext cx="34051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solidFill>
                  <a:srgbClr val="FFC000"/>
                </a:solidFill>
              </a:rPr>
              <a:t>&lt;- Feld das angibt in wie vielen Sekunden das nächste spiel startet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34E18816-8344-84F5-84DA-7273637AE38C}"/>
              </a:ext>
            </a:extLst>
          </p:cNvPr>
          <p:cNvSpPr txBox="1"/>
          <p:nvPr/>
        </p:nvSpPr>
        <p:spPr>
          <a:xfrm>
            <a:off x="1299621" y="1869880"/>
            <a:ext cx="3405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solidFill>
                  <a:srgbClr val="FFC000"/>
                </a:solidFill>
              </a:rPr>
              <a:t>Anzeige wie viele Spieler sich bis jetzt gefunden haben   -&gt;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A2C4B47-32C6-321A-0CE1-103C391998D0}"/>
              </a:ext>
            </a:extLst>
          </p:cNvPr>
          <p:cNvSpPr txBox="1"/>
          <p:nvPr/>
        </p:nvSpPr>
        <p:spPr>
          <a:xfrm>
            <a:off x="8527542" y="5128541"/>
            <a:ext cx="35840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solidFill>
                  <a:srgbClr val="FFC000"/>
                </a:solidFill>
              </a:rPr>
              <a:t>&lt;- öffnet ein </a:t>
            </a:r>
            <a:r>
              <a:rPr lang="de-DE" err="1">
                <a:solidFill>
                  <a:srgbClr val="FFC000"/>
                </a:solidFill>
              </a:rPr>
              <a:t>pop-up</a:t>
            </a:r>
            <a:r>
              <a:rPr lang="de-DE">
                <a:solidFill>
                  <a:srgbClr val="FFC000"/>
                </a:solidFill>
              </a:rPr>
              <a:t> </a:t>
            </a:r>
            <a:r>
              <a:rPr lang="de-DE" err="1">
                <a:solidFill>
                  <a:srgbClr val="FFC000"/>
                </a:solidFill>
              </a:rPr>
              <a:t>fenster</a:t>
            </a:r>
            <a:r>
              <a:rPr lang="de-DE">
                <a:solidFill>
                  <a:srgbClr val="FFC000"/>
                </a:solidFill>
              </a:rPr>
              <a:t> zum item </a:t>
            </a:r>
            <a:r>
              <a:rPr lang="de-DE" err="1">
                <a:solidFill>
                  <a:srgbClr val="FFC000"/>
                </a:solidFill>
              </a:rPr>
              <a:t>shop</a:t>
            </a:r>
            <a:r>
              <a:rPr lang="de-DE">
                <a:solidFill>
                  <a:srgbClr val="FFC000"/>
                </a:solidFill>
              </a:rPr>
              <a:t> (Seite 3)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38A6326-1516-B227-6CC7-AC8551E70E22}"/>
              </a:ext>
            </a:extLst>
          </p:cNvPr>
          <p:cNvSpPr txBox="1"/>
          <p:nvPr/>
        </p:nvSpPr>
        <p:spPr>
          <a:xfrm>
            <a:off x="8527542" y="5822882"/>
            <a:ext cx="36768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solidFill>
                  <a:srgbClr val="FFC000"/>
                </a:solidFill>
              </a:rPr>
              <a:t>&lt;- Kopiert einen Link, mit dem andere genau dieses Spiel betreten können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5A5BC5A-D5A4-B601-E1DE-891E03E5AB4A}"/>
              </a:ext>
            </a:extLst>
          </p:cNvPr>
          <p:cNvSpPr txBox="1"/>
          <p:nvPr/>
        </p:nvSpPr>
        <p:spPr>
          <a:xfrm>
            <a:off x="570685" y="5815764"/>
            <a:ext cx="3676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solidFill>
                  <a:srgbClr val="FFC000"/>
                </a:solidFill>
              </a:rPr>
              <a:t>Weiterleitung zurück zum Menü -&gt;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33D1934-1FD0-C561-DF60-94DC6B3B98A9}"/>
              </a:ext>
            </a:extLst>
          </p:cNvPr>
          <p:cNvSpPr txBox="1"/>
          <p:nvPr/>
        </p:nvSpPr>
        <p:spPr>
          <a:xfrm>
            <a:off x="709686" y="4341790"/>
            <a:ext cx="34051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solidFill>
                  <a:srgbClr val="FFC000"/>
                </a:solidFill>
              </a:rPr>
              <a:t>Öffnet ein </a:t>
            </a:r>
            <a:r>
              <a:rPr lang="de-DE" err="1">
                <a:solidFill>
                  <a:srgbClr val="FFC000"/>
                </a:solidFill>
              </a:rPr>
              <a:t>pop-up</a:t>
            </a:r>
            <a:r>
              <a:rPr lang="de-DE">
                <a:solidFill>
                  <a:srgbClr val="FFC000"/>
                </a:solidFill>
              </a:rPr>
              <a:t> </a:t>
            </a:r>
            <a:r>
              <a:rPr lang="de-DE" err="1">
                <a:solidFill>
                  <a:srgbClr val="FFC000"/>
                </a:solidFill>
              </a:rPr>
              <a:t>fenster</a:t>
            </a:r>
            <a:r>
              <a:rPr lang="de-DE">
                <a:solidFill>
                  <a:srgbClr val="FFC000"/>
                </a:solidFill>
              </a:rPr>
              <a:t>, indem man vergangene spiele sich nochmal anschauen kann, importieren oder exportieren -&gt;</a:t>
            </a:r>
          </a:p>
        </p:txBody>
      </p:sp>
    </p:spTree>
    <p:extLst>
      <p:ext uri="{BB962C8B-B14F-4D97-AF65-F5344CB8AC3E}">
        <p14:creationId xmlns:p14="http://schemas.microsoft.com/office/powerpoint/2010/main" val="4040773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7345A-A78F-EF00-113C-FF37FAC6F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52D8DBB7-3A9F-031E-238D-AD622B359BCF}"/>
              </a:ext>
            </a:extLst>
          </p:cNvPr>
          <p:cNvSpPr/>
          <p:nvPr/>
        </p:nvSpPr>
        <p:spPr>
          <a:xfrm>
            <a:off x="4114800" y="4882242"/>
            <a:ext cx="1981200" cy="3809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/>
              <a:t>Watch Replay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52049B3-D48A-86BB-7276-C80628D12194}"/>
              </a:ext>
            </a:extLst>
          </p:cNvPr>
          <p:cNvSpPr/>
          <p:nvPr/>
        </p:nvSpPr>
        <p:spPr>
          <a:xfrm>
            <a:off x="4114800" y="2584164"/>
            <a:ext cx="1981200" cy="38099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Player2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C34A7910-9861-4757-B3CC-09236B408A6B}"/>
              </a:ext>
            </a:extLst>
          </p:cNvPr>
          <p:cNvSpPr/>
          <p:nvPr/>
        </p:nvSpPr>
        <p:spPr>
          <a:xfrm>
            <a:off x="4114800" y="3171993"/>
            <a:ext cx="1981200" cy="380998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Player3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B8723A1B-2B2E-0DFA-7DDA-55186616E88F}"/>
              </a:ext>
            </a:extLst>
          </p:cNvPr>
          <p:cNvSpPr/>
          <p:nvPr/>
        </p:nvSpPr>
        <p:spPr>
          <a:xfrm>
            <a:off x="4114800" y="3759822"/>
            <a:ext cx="1981200" cy="38099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Waiting…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494E5545-548F-4D3B-2486-41004AE95896}"/>
              </a:ext>
            </a:extLst>
          </p:cNvPr>
          <p:cNvSpPr/>
          <p:nvPr/>
        </p:nvSpPr>
        <p:spPr>
          <a:xfrm>
            <a:off x="6433457" y="1980009"/>
            <a:ext cx="1981200" cy="38099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Waiting…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7830ED0B-CEEC-144A-6D11-CC6BB9C2DCEB}"/>
              </a:ext>
            </a:extLst>
          </p:cNvPr>
          <p:cNvSpPr/>
          <p:nvPr/>
        </p:nvSpPr>
        <p:spPr>
          <a:xfrm>
            <a:off x="6433457" y="2567838"/>
            <a:ext cx="1981200" cy="380998"/>
          </a:xfrm>
          <a:prstGeom prst="rect">
            <a:avLst/>
          </a:pr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Waiting…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C9A75952-C6A0-5CE7-A960-8BEA3D3819EC}"/>
              </a:ext>
            </a:extLst>
          </p:cNvPr>
          <p:cNvSpPr/>
          <p:nvPr/>
        </p:nvSpPr>
        <p:spPr>
          <a:xfrm>
            <a:off x="6433457" y="3155667"/>
            <a:ext cx="1981200" cy="380998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Waiting…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9C278DB6-29C9-2420-15FA-3CB4423C907B}"/>
              </a:ext>
            </a:extLst>
          </p:cNvPr>
          <p:cNvSpPr/>
          <p:nvPr/>
        </p:nvSpPr>
        <p:spPr>
          <a:xfrm>
            <a:off x="6433457" y="3743496"/>
            <a:ext cx="1981200" cy="380998"/>
          </a:xfrm>
          <a:prstGeom prst="rect">
            <a:avLst/>
          </a:prstGeom>
          <a:noFill/>
          <a:ln>
            <a:solidFill>
              <a:srgbClr val="41E7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Waiting…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ADACEC91-382B-8BED-188E-2075373B0FEF}"/>
              </a:ext>
            </a:extLst>
          </p:cNvPr>
          <p:cNvSpPr/>
          <p:nvPr/>
        </p:nvSpPr>
        <p:spPr>
          <a:xfrm>
            <a:off x="4114800" y="1980009"/>
            <a:ext cx="1981200" cy="3809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Player1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083FB99C-3EF6-A15E-55AF-63E02E77029A}"/>
              </a:ext>
            </a:extLst>
          </p:cNvPr>
          <p:cNvSpPr/>
          <p:nvPr/>
        </p:nvSpPr>
        <p:spPr>
          <a:xfrm>
            <a:off x="4996543" y="598719"/>
            <a:ext cx="2427514" cy="8817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/>
              <a:t>Game </a:t>
            </a:r>
            <a:r>
              <a:rPr lang="de-DE" sz="2800" err="1"/>
              <a:t>starts</a:t>
            </a:r>
            <a:r>
              <a:rPr lang="de-DE" sz="2800"/>
              <a:t> in</a:t>
            </a:r>
          </a:p>
          <a:p>
            <a:pPr algn="ctr"/>
            <a:r>
              <a:rPr lang="de-DE" sz="2800"/>
              <a:t>#seconds#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005CE371-3588-FC5F-B5FC-D7DDECEC2C41}"/>
              </a:ext>
            </a:extLst>
          </p:cNvPr>
          <p:cNvSpPr/>
          <p:nvPr/>
        </p:nvSpPr>
        <p:spPr>
          <a:xfrm>
            <a:off x="4114800" y="5470071"/>
            <a:ext cx="1981200" cy="3809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err="1"/>
              <a:t>Quit</a:t>
            </a:r>
            <a:r>
              <a:rPr lang="de-DE" sz="2000"/>
              <a:t> Lobby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E131C69-B7DC-1867-CF05-22A117194728}"/>
              </a:ext>
            </a:extLst>
          </p:cNvPr>
          <p:cNvSpPr/>
          <p:nvPr/>
        </p:nvSpPr>
        <p:spPr>
          <a:xfrm>
            <a:off x="6433457" y="5470071"/>
            <a:ext cx="1981200" cy="3809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2000" err="1"/>
              <a:t>Invite</a:t>
            </a:r>
            <a:r>
              <a:rPr lang="de-DE" sz="2000"/>
              <a:t> Link</a:t>
            </a:r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7AEAFA5-6924-9270-846F-BC7AEC595848}"/>
              </a:ext>
            </a:extLst>
          </p:cNvPr>
          <p:cNvSpPr/>
          <p:nvPr/>
        </p:nvSpPr>
        <p:spPr>
          <a:xfrm>
            <a:off x="6433457" y="4882242"/>
            <a:ext cx="1981200" cy="3713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2000"/>
              <a:t>Shop</a:t>
            </a:r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D8C0CA5-DA8F-5037-F814-528DBF7CDA1C}"/>
              </a:ext>
            </a:extLst>
          </p:cNvPr>
          <p:cNvSpPr/>
          <p:nvPr/>
        </p:nvSpPr>
        <p:spPr>
          <a:xfrm>
            <a:off x="3842657" y="805543"/>
            <a:ext cx="4909457" cy="5660572"/>
          </a:xfrm>
          <a:prstGeom prst="rect">
            <a:avLst/>
          </a:prstGeom>
          <a:solidFill>
            <a:srgbClr val="0E284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660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2E75AC4-5ADF-AB35-284B-0EFB73A6C5F0}"/>
              </a:ext>
            </a:extLst>
          </p:cNvPr>
          <p:cNvSpPr txBox="1"/>
          <p:nvPr/>
        </p:nvSpPr>
        <p:spPr>
          <a:xfrm>
            <a:off x="5219699" y="937543"/>
            <a:ext cx="19812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/>
              <a:t>REPLAYS</a:t>
            </a:r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87CC5A76-F027-F0CF-CC11-BD3C7E28E7AA}"/>
              </a:ext>
            </a:extLst>
          </p:cNvPr>
          <p:cNvSpPr/>
          <p:nvPr/>
        </p:nvSpPr>
        <p:spPr>
          <a:xfrm>
            <a:off x="4106634" y="1615336"/>
            <a:ext cx="218530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/>
              <a:t>Lost</a:t>
            </a:r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BB3F395-7F21-924E-DA8E-6F5DE9A2406A}"/>
              </a:ext>
            </a:extLst>
          </p:cNvPr>
          <p:cNvSpPr/>
          <p:nvPr/>
        </p:nvSpPr>
        <p:spPr>
          <a:xfrm>
            <a:off x="4106633" y="2411360"/>
            <a:ext cx="218530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/>
              <a:t>Won</a:t>
            </a:r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2D1900E4-0DA8-185D-BCB1-C3C229418491}"/>
              </a:ext>
            </a:extLst>
          </p:cNvPr>
          <p:cNvSpPr/>
          <p:nvPr/>
        </p:nvSpPr>
        <p:spPr>
          <a:xfrm>
            <a:off x="4106632" y="3207384"/>
            <a:ext cx="218530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/>
              <a:t>Lost</a:t>
            </a:r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6FE77706-B3AA-9065-9E88-14299F8076E3}"/>
              </a:ext>
            </a:extLst>
          </p:cNvPr>
          <p:cNvSpPr/>
          <p:nvPr/>
        </p:nvSpPr>
        <p:spPr>
          <a:xfrm>
            <a:off x="4106631" y="4003408"/>
            <a:ext cx="218530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/>
              <a:t>Lost</a:t>
            </a:r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22D94669-D1E2-031F-BF7A-567F0318CE19}"/>
              </a:ext>
            </a:extLst>
          </p:cNvPr>
          <p:cNvSpPr/>
          <p:nvPr/>
        </p:nvSpPr>
        <p:spPr>
          <a:xfrm>
            <a:off x="4106630" y="4799432"/>
            <a:ext cx="218530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/>
              <a:t>Lost</a:t>
            </a:r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027C414A-749C-32C5-36EB-F667FC72331A}"/>
              </a:ext>
            </a:extLst>
          </p:cNvPr>
          <p:cNvSpPr/>
          <p:nvPr/>
        </p:nvSpPr>
        <p:spPr>
          <a:xfrm>
            <a:off x="6429374" y="1615336"/>
            <a:ext cx="218530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/>
              <a:t>Won</a:t>
            </a:r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6F96C2F9-94DC-CC6B-B554-636325CFF7A4}"/>
              </a:ext>
            </a:extLst>
          </p:cNvPr>
          <p:cNvSpPr/>
          <p:nvPr/>
        </p:nvSpPr>
        <p:spPr>
          <a:xfrm>
            <a:off x="6429374" y="2429132"/>
            <a:ext cx="218530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/>
              <a:t>-</a:t>
            </a:r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C2B55AA5-F65E-7912-D259-EED4958017F0}"/>
              </a:ext>
            </a:extLst>
          </p:cNvPr>
          <p:cNvSpPr/>
          <p:nvPr/>
        </p:nvSpPr>
        <p:spPr>
          <a:xfrm>
            <a:off x="6429374" y="3232042"/>
            <a:ext cx="218530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/>
              <a:t>-</a:t>
            </a:r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0B040BE5-1252-5E0A-7BEE-FF2DC19B4755}"/>
              </a:ext>
            </a:extLst>
          </p:cNvPr>
          <p:cNvSpPr/>
          <p:nvPr/>
        </p:nvSpPr>
        <p:spPr>
          <a:xfrm>
            <a:off x="6429374" y="4024066"/>
            <a:ext cx="218530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/>
              <a:t>-</a:t>
            </a:r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49D0B848-9102-86B2-8FCC-2C0DFB346124}"/>
              </a:ext>
            </a:extLst>
          </p:cNvPr>
          <p:cNvSpPr/>
          <p:nvPr/>
        </p:nvSpPr>
        <p:spPr>
          <a:xfrm>
            <a:off x="6429374" y="4826976"/>
            <a:ext cx="218530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/>
              <a:t>-</a:t>
            </a:r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ECC3987A-60B3-B730-2FFD-8F739077D963}"/>
              </a:ext>
            </a:extLst>
          </p:cNvPr>
          <p:cNvSpPr/>
          <p:nvPr/>
        </p:nvSpPr>
        <p:spPr>
          <a:xfrm>
            <a:off x="4106630" y="5660570"/>
            <a:ext cx="218530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/>
              <a:t>Import Replay</a:t>
            </a:r>
            <a:endParaRPr lang="de-DE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6D617F81-2475-2198-0ECE-4B43C413CB95}"/>
              </a:ext>
            </a:extLst>
          </p:cNvPr>
          <p:cNvSpPr/>
          <p:nvPr/>
        </p:nvSpPr>
        <p:spPr>
          <a:xfrm>
            <a:off x="6429372" y="5646545"/>
            <a:ext cx="218530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/>
              <a:t>Export Replay</a:t>
            </a:r>
            <a:endParaRPr lang="de-DE"/>
          </a:p>
        </p:txBody>
      </p: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CD418713-2290-0ABD-BE32-90D6821EF1D4}"/>
              </a:ext>
            </a:extLst>
          </p:cNvPr>
          <p:cNvCxnSpPr>
            <a:cxnSpLocks/>
          </p:cNvCxnSpPr>
          <p:nvPr/>
        </p:nvCxnSpPr>
        <p:spPr>
          <a:xfrm>
            <a:off x="3842657" y="5543130"/>
            <a:ext cx="4917627" cy="858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7459A99F-685C-E01F-C330-92B80EF863B9}"/>
              </a:ext>
            </a:extLst>
          </p:cNvPr>
          <p:cNvSpPr txBox="1"/>
          <p:nvPr/>
        </p:nvSpPr>
        <p:spPr>
          <a:xfrm>
            <a:off x="852206" y="1446963"/>
            <a:ext cx="3405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solidFill>
                  <a:srgbClr val="FFC000"/>
                </a:solidFill>
              </a:rPr>
              <a:t>Letzte vorherigen Spiele mit Verloren/Gewonnen Anzeige   -&gt;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A6FBE1C6-5B74-A206-9D43-F06B97A7058E}"/>
              </a:ext>
            </a:extLst>
          </p:cNvPr>
          <p:cNvSpPr txBox="1"/>
          <p:nvPr/>
        </p:nvSpPr>
        <p:spPr>
          <a:xfrm>
            <a:off x="521587" y="5772111"/>
            <a:ext cx="3405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solidFill>
                  <a:srgbClr val="FFC000"/>
                </a:solidFill>
              </a:rPr>
              <a:t>Spielaufnahme importieren im</a:t>
            </a:r>
          </a:p>
          <a:p>
            <a:r>
              <a:rPr lang="de-DE">
                <a:solidFill>
                  <a:srgbClr val="FFC000"/>
                </a:solidFill>
              </a:rPr>
              <a:t>mp4. </a:t>
            </a:r>
            <a:r>
              <a:rPr lang="de-DE" err="1">
                <a:solidFill>
                  <a:srgbClr val="FFC000"/>
                </a:solidFill>
              </a:rPr>
              <a:t>format</a:t>
            </a:r>
            <a:r>
              <a:rPr lang="de-DE">
                <a:solidFill>
                  <a:srgbClr val="FFC000"/>
                </a:solidFill>
              </a:rPr>
              <a:t>   -&gt;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DE2CC1DA-BB61-2543-186B-E93967DD54A9}"/>
              </a:ext>
            </a:extLst>
          </p:cNvPr>
          <p:cNvSpPr txBox="1"/>
          <p:nvPr/>
        </p:nvSpPr>
        <p:spPr>
          <a:xfrm>
            <a:off x="8889547" y="5762422"/>
            <a:ext cx="3405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solidFill>
                  <a:srgbClr val="FFC000"/>
                </a:solidFill>
              </a:rPr>
              <a:t>&lt;- Spielaufnahme exportieren im</a:t>
            </a:r>
          </a:p>
          <a:p>
            <a:r>
              <a:rPr lang="de-DE">
                <a:solidFill>
                  <a:srgbClr val="FFC000"/>
                </a:solidFill>
              </a:rPr>
              <a:t>mp4. </a:t>
            </a:r>
            <a:r>
              <a:rPr lang="de-DE" err="1">
                <a:solidFill>
                  <a:srgbClr val="FFC000"/>
                </a:solidFill>
              </a:rPr>
              <a:t>format</a:t>
            </a:r>
            <a:r>
              <a:rPr lang="de-DE">
                <a:solidFill>
                  <a:srgbClr val="FFC000"/>
                </a:solidFill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567844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3E769-17B0-E723-16AB-968FD153F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hteck 62">
            <a:extLst>
              <a:ext uri="{FF2B5EF4-FFF2-40B4-BE49-F238E27FC236}">
                <a16:creationId xmlns:a16="http://schemas.microsoft.com/office/drawing/2014/main" id="{C41C793A-4297-0B07-2747-F1FFB6818F02}"/>
              </a:ext>
            </a:extLst>
          </p:cNvPr>
          <p:cNvSpPr/>
          <p:nvPr/>
        </p:nvSpPr>
        <p:spPr>
          <a:xfrm>
            <a:off x="1803195" y="2090058"/>
            <a:ext cx="252931" cy="329047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4A4F00DD-2147-B2BB-E94A-F89DD78F1177}"/>
              </a:ext>
            </a:extLst>
          </p:cNvPr>
          <p:cNvSpPr/>
          <p:nvPr/>
        </p:nvSpPr>
        <p:spPr>
          <a:xfrm>
            <a:off x="1521411" y="4909456"/>
            <a:ext cx="275878" cy="47108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77449D23-E521-DE6A-1B9B-DC5322A572CC}"/>
              </a:ext>
            </a:extLst>
          </p:cNvPr>
          <p:cNvCxnSpPr>
            <a:cxnSpLocks/>
          </p:cNvCxnSpPr>
          <p:nvPr/>
        </p:nvCxnSpPr>
        <p:spPr>
          <a:xfrm>
            <a:off x="8926285" y="2478774"/>
            <a:ext cx="94705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7454AB47-F70C-4D1F-D68D-D4CD68CC00E9}"/>
              </a:ext>
            </a:extLst>
          </p:cNvPr>
          <p:cNvCxnSpPr>
            <a:cxnSpLocks/>
          </p:cNvCxnSpPr>
          <p:nvPr/>
        </p:nvCxnSpPr>
        <p:spPr>
          <a:xfrm>
            <a:off x="8926285" y="2656696"/>
            <a:ext cx="94705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56233F9F-A11A-2075-4276-DC1BD54C7F2E}"/>
              </a:ext>
            </a:extLst>
          </p:cNvPr>
          <p:cNvCxnSpPr>
            <a:cxnSpLocks/>
          </p:cNvCxnSpPr>
          <p:nvPr/>
        </p:nvCxnSpPr>
        <p:spPr>
          <a:xfrm>
            <a:off x="8926285" y="2867276"/>
            <a:ext cx="94705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C5E2D950-EE8D-9453-1C51-A5A45CBC10B8}"/>
              </a:ext>
            </a:extLst>
          </p:cNvPr>
          <p:cNvCxnSpPr>
            <a:cxnSpLocks/>
          </p:cNvCxnSpPr>
          <p:nvPr/>
        </p:nvCxnSpPr>
        <p:spPr>
          <a:xfrm>
            <a:off x="8926285" y="3034314"/>
            <a:ext cx="94705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hteck 29">
            <a:extLst>
              <a:ext uri="{FF2B5EF4-FFF2-40B4-BE49-F238E27FC236}">
                <a16:creationId xmlns:a16="http://schemas.microsoft.com/office/drawing/2014/main" id="{7F4FE642-55A4-FADB-FCE2-8C474B81BC5E}"/>
              </a:ext>
            </a:extLst>
          </p:cNvPr>
          <p:cNvSpPr/>
          <p:nvPr/>
        </p:nvSpPr>
        <p:spPr>
          <a:xfrm>
            <a:off x="1258452" y="2852061"/>
            <a:ext cx="270000" cy="252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E9DCE218-9613-B0DD-9ACE-FF1D414C0C15}"/>
              </a:ext>
            </a:extLst>
          </p:cNvPr>
          <p:cNvSpPr/>
          <p:nvPr/>
        </p:nvSpPr>
        <p:spPr>
          <a:xfrm>
            <a:off x="995235" y="3860100"/>
            <a:ext cx="270000" cy="1512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51B3C83A-E99A-27C2-5A1F-95726866B700}"/>
              </a:ext>
            </a:extLst>
          </p:cNvPr>
          <p:cNvSpPr/>
          <p:nvPr/>
        </p:nvSpPr>
        <p:spPr>
          <a:xfrm>
            <a:off x="719615" y="3216730"/>
            <a:ext cx="270000" cy="216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124DE3F-917C-3DB8-DA2B-1CCC71A245F0}"/>
              </a:ext>
            </a:extLst>
          </p:cNvPr>
          <p:cNvSpPr/>
          <p:nvPr/>
        </p:nvSpPr>
        <p:spPr>
          <a:xfrm>
            <a:off x="3755571" y="1230086"/>
            <a:ext cx="4125686" cy="410391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0871C682-0AFE-9980-EF48-6D5B2AC44591}"/>
              </a:ext>
            </a:extLst>
          </p:cNvPr>
          <p:cNvSpPr/>
          <p:nvPr/>
        </p:nvSpPr>
        <p:spPr>
          <a:xfrm>
            <a:off x="8098971" y="1230086"/>
            <a:ext cx="609600" cy="6640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031511A-AADB-73FD-204F-02D451871625}"/>
              </a:ext>
            </a:extLst>
          </p:cNvPr>
          <p:cNvSpPr/>
          <p:nvPr/>
        </p:nvSpPr>
        <p:spPr>
          <a:xfrm>
            <a:off x="8098971" y="2090058"/>
            <a:ext cx="609600" cy="6640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5D4FCA1-0605-872F-69F7-0893259E626B}"/>
              </a:ext>
            </a:extLst>
          </p:cNvPr>
          <p:cNvSpPr/>
          <p:nvPr/>
        </p:nvSpPr>
        <p:spPr>
          <a:xfrm>
            <a:off x="8098971" y="2950030"/>
            <a:ext cx="609600" cy="6640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BA64D8C-60BE-4F67-079D-CE46833E9AD5}"/>
              </a:ext>
            </a:extLst>
          </p:cNvPr>
          <p:cNvSpPr/>
          <p:nvPr/>
        </p:nvSpPr>
        <p:spPr>
          <a:xfrm>
            <a:off x="8098971" y="3810002"/>
            <a:ext cx="609600" cy="6640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9F84A1E-1AF2-B3B0-5EB3-652DA9801E31}"/>
              </a:ext>
            </a:extLst>
          </p:cNvPr>
          <p:cNvSpPr/>
          <p:nvPr/>
        </p:nvSpPr>
        <p:spPr>
          <a:xfrm>
            <a:off x="8098971" y="4669974"/>
            <a:ext cx="609600" cy="6640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C14F97DC-1736-A3E9-2C64-6C10C7B6D848}"/>
              </a:ext>
            </a:extLst>
          </p:cNvPr>
          <p:cNvSpPr/>
          <p:nvPr/>
        </p:nvSpPr>
        <p:spPr>
          <a:xfrm>
            <a:off x="4851805" y="257955"/>
            <a:ext cx="1230086" cy="3951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err="1"/>
              <a:t>TotalScore</a:t>
            </a:r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8E0E7D32-35ED-487A-9120-5326B843FEAE}"/>
              </a:ext>
            </a:extLst>
          </p:cNvPr>
          <p:cNvSpPr/>
          <p:nvPr/>
        </p:nvSpPr>
        <p:spPr>
          <a:xfrm>
            <a:off x="6149349" y="261257"/>
            <a:ext cx="1711200" cy="3809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err="1"/>
              <a:t>CurrentScore</a:t>
            </a:r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8F75DB6C-FD83-DD76-077B-D3F317F58138}"/>
              </a:ext>
            </a:extLst>
          </p:cNvPr>
          <p:cNvSpPr/>
          <p:nvPr/>
        </p:nvSpPr>
        <p:spPr>
          <a:xfrm>
            <a:off x="8926285" y="1230085"/>
            <a:ext cx="947058" cy="8599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Memo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539750FB-7CB8-09A4-86BF-6945243C4D87}"/>
              </a:ext>
            </a:extLst>
          </p:cNvPr>
          <p:cNvSpPr/>
          <p:nvPr/>
        </p:nvSpPr>
        <p:spPr>
          <a:xfrm>
            <a:off x="8926285" y="3418113"/>
            <a:ext cx="947058" cy="859973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P3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97B9D733-27DC-10D7-38C9-09ABBA7452D8}"/>
              </a:ext>
            </a:extLst>
          </p:cNvPr>
          <p:cNvSpPr/>
          <p:nvPr/>
        </p:nvSpPr>
        <p:spPr>
          <a:xfrm>
            <a:off x="8926285" y="4512127"/>
            <a:ext cx="947058" cy="859973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/>
              <a:t>P4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C3D8A3C4-25C9-4E0C-63DF-3B634C1307E5}"/>
              </a:ext>
            </a:extLst>
          </p:cNvPr>
          <p:cNvSpPr/>
          <p:nvPr/>
        </p:nvSpPr>
        <p:spPr>
          <a:xfrm>
            <a:off x="10091057" y="1230085"/>
            <a:ext cx="947058" cy="85997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/>
              <a:t>P5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E05653E8-393C-B0FA-CDAF-8349A7EE810E}"/>
              </a:ext>
            </a:extLst>
          </p:cNvPr>
          <p:cNvSpPr/>
          <p:nvPr/>
        </p:nvSpPr>
        <p:spPr>
          <a:xfrm>
            <a:off x="10091057" y="2324099"/>
            <a:ext cx="947058" cy="8599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-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9B1E4BDC-B09A-5498-B161-488BE74C097C}"/>
              </a:ext>
            </a:extLst>
          </p:cNvPr>
          <p:cNvSpPr/>
          <p:nvPr/>
        </p:nvSpPr>
        <p:spPr>
          <a:xfrm>
            <a:off x="10091057" y="3418113"/>
            <a:ext cx="947058" cy="8599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-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F4C8C109-EC06-FE6B-DC9A-1041CE101418}"/>
              </a:ext>
            </a:extLst>
          </p:cNvPr>
          <p:cNvSpPr/>
          <p:nvPr/>
        </p:nvSpPr>
        <p:spPr>
          <a:xfrm>
            <a:off x="10091057" y="4512127"/>
            <a:ext cx="947058" cy="8599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-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E85D6BBA-122F-FF4A-B6F1-6A9C5429738C}"/>
              </a:ext>
            </a:extLst>
          </p:cNvPr>
          <p:cNvSpPr/>
          <p:nvPr/>
        </p:nvSpPr>
        <p:spPr>
          <a:xfrm>
            <a:off x="3744685" y="5508171"/>
            <a:ext cx="609600" cy="6640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DD829BE4-3178-7307-0545-833234E196B4}"/>
              </a:ext>
            </a:extLst>
          </p:cNvPr>
          <p:cNvSpPr/>
          <p:nvPr/>
        </p:nvSpPr>
        <p:spPr>
          <a:xfrm>
            <a:off x="4637318" y="5508171"/>
            <a:ext cx="609600" cy="6640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D6E3CC52-842B-168F-0109-0902EE932611}"/>
              </a:ext>
            </a:extLst>
          </p:cNvPr>
          <p:cNvSpPr/>
          <p:nvPr/>
        </p:nvSpPr>
        <p:spPr>
          <a:xfrm>
            <a:off x="5486400" y="5508171"/>
            <a:ext cx="609600" cy="6640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C9A52989-C3CF-9362-1F53-6F34EF53DEA6}"/>
              </a:ext>
            </a:extLst>
          </p:cNvPr>
          <p:cNvSpPr/>
          <p:nvPr/>
        </p:nvSpPr>
        <p:spPr>
          <a:xfrm>
            <a:off x="6335482" y="5508171"/>
            <a:ext cx="609600" cy="6640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51175C96-F0D5-16EF-8AFB-5DF6D6D48920}"/>
              </a:ext>
            </a:extLst>
          </p:cNvPr>
          <p:cNvSpPr/>
          <p:nvPr/>
        </p:nvSpPr>
        <p:spPr>
          <a:xfrm>
            <a:off x="7271655" y="5508171"/>
            <a:ext cx="609600" cy="6640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Stern: 16 Zacken 40">
            <a:extLst>
              <a:ext uri="{FF2B5EF4-FFF2-40B4-BE49-F238E27FC236}">
                <a16:creationId xmlns:a16="http://schemas.microsoft.com/office/drawing/2014/main" id="{E9BD23D4-0DD1-CE4D-81A9-E9E7E23F102F}"/>
              </a:ext>
            </a:extLst>
          </p:cNvPr>
          <p:cNvSpPr/>
          <p:nvPr/>
        </p:nvSpPr>
        <p:spPr>
          <a:xfrm>
            <a:off x="212271" y="451757"/>
            <a:ext cx="3167743" cy="1861458"/>
          </a:xfrm>
          <a:prstGeom prst="star16">
            <a:avLst>
              <a:gd name="adj" fmla="val 3392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4000"/>
              <a:t>100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D54273E9-6298-A5E3-7C3B-6F3AA30EEEFC}"/>
              </a:ext>
            </a:extLst>
          </p:cNvPr>
          <p:cNvSpPr/>
          <p:nvPr/>
        </p:nvSpPr>
        <p:spPr>
          <a:xfrm>
            <a:off x="718460" y="1741712"/>
            <a:ext cx="270000" cy="363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8" name="Rechteck 77">
            <a:extLst>
              <a:ext uri="{FF2B5EF4-FFF2-40B4-BE49-F238E27FC236}">
                <a16:creationId xmlns:a16="http://schemas.microsoft.com/office/drawing/2014/main" id="{D2550F11-1D4F-65FB-77BD-FE4EF1D2BDD8}"/>
              </a:ext>
            </a:extLst>
          </p:cNvPr>
          <p:cNvSpPr/>
          <p:nvPr/>
        </p:nvSpPr>
        <p:spPr>
          <a:xfrm>
            <a:off x="988460" y="1741712"/>
            <a:ext cx="270000" cy="363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9" name="Rechteck 78">
            <a:extLst>
              <a:ext uri="{FF2B5EF4-FFF2-40B4-BE49-F238E27FC236}">
                <a16:creationId xmlns:a16="http://schemas.microsoft.com/office/drawing/2014/main" id="{62319A79-D32A-7358-B93F-8D0F8993D015}"/>
              </a:ext>
            </a:extLst>
          </p:cNvPr>
          <p:cNvSpPr/>
          <p:nvPr/>
        </p:nvSpPr>
        <p:spPr>
          <a:xfrm>
            <a:off x="1258460" y="1741712"/>
            <a:ext cx="270000" cy="363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0" name="Rechteck 79">
            <a:extLst>
              <a:ext uri="{FF2B5EF4-FFF2-40B4-BE49-F238E27FC236}">
                <a16:creationId xmlns:a16="http://schemas.microsoft.com/office/drawing/2014/main" id="{706A5E2A-2B57-B90E-7305-4AF7A79086C1}"/>
              </a:ext>
            </a:extLst>
          </p:cNvPr>
          <p:cNvSpPr/>
          <p:nvPr/>
        </p:nvSpPr>
        <p:spPr>
          <a:xfrm>
            <a:off x="1528460" y="1741712"/>
            <a:ext cx="270000" cy="363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1" name="Rechteck 80">
            <a:extLst>
              <a:ext uri="{FF2B5EF4-FFF2-40B4-BE49-F238E27FC236}">
                <a16:creationId xmlns:a16="http://schemas.microsoft.com/office/drawing/2014/main" id="{ABC8F344-3AC6-D7A6-58C1-30B30618DADD}"/>
              </a:ext>
            </a:extLst>
          </p:cNvPr>
          <p:cNvSpPr/>
          <p:nvPr/>
        </p:nvSpPr>
        <p:spPr>
          <a:xfrm>
            <a:off x="1798460" y="1741712"/>
            <a:ext cx="270000" cy="363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2" name="Rechteck 81">
            <a:extLst>
              <a:ext uri="{FF2B5EF4-FFF2-40B4-BE49-F238E27FC236}">
                <a16:creationId xmlns:a16="http://schemas.microsoft.com/office/drawing/2014/main" id="{81DCB9BE-7AF5-0928-F0D1-3E57683DB8AA}"/>
              </a:ext>
            </a:extLst>
          </p:cNvPr>
          <p:cNvSpPr/>
          <p:nvPr/>
        </p:nvSpPr>
        <p:spPr>
          <a:xfrm>
            <a:off x="2068460" y="1741712"/>
            <a:ext cx="270000" cy="363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3" name="Rechteck 82">
            <a:extLst>
              <a:ext uri="{FF2B5EF4-FFF2-40B4-BE49-F238E27FC236}">
                <a16:creationId xmlns:a16="http://schemas.microsoft.com/office/drawing/2014/main" id="{D22DD980-4604-789D-2D28-4BAF70C20DF1}"/>
              </a:ext>
            </a:extLst>
          </p:cNvPr>
          <p:cNvSpPr/>
          <p:nvPr/>
        </p:nvSpPr>
        <p:spPr>
          <a:xfrm>
            <a:off x="2338460" y="1741712"/>
            <a:ext cx="270000" cy="363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4" name="Rechteck 83">
            <a:extLst>
              <a:ext uri="{FF2B5EF4-FFF2-40B4-BE49-F238E27FC236}">
                <a16:creationId xmlns:a16="http://schemas.microsoft.com/office/drawing/2014/main" id="{DCE4A8CE-4026-CB89-5DCF-A1879C2AA826}"/>
              </a:ext>
            </a:extLst>
          </p:cNvPr>
          <p:cNvSpPr/>
          <p:nvPr/>
        </p:nvSpPr>
        <p:spPr>
          <a:xfrm>
            <a:off x="2608460" y="1741712"/>
            <a:ext cx="270000" cy="363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86" name="Gerader Verbinder 85">
            <a:extLst>
              <a:ext uri="{FF2B5EF4-FFF2-40B4-BE49-F238E27FC236}">
                <a16:creationId xmlns:a16="http://schemas.microsoft.com/office/drawing/2014/main" id="{CA129974-CC99-5700-EFDA-E6271E2729FF}"/>
              </a:ext>
            </a:extLst>
          </p:cNvPr>
          <p:cNvCxnSpPr>
            <a:cxnSpLocks/>
          </p:cNvCxnSpPr>
          <p:nvPr/>
        </p:nvCxnSpPr>
        <p:spPr>
          <a:xfrm>
            <a:off x="4536127" y="1240969"/>
            <a:ext cx="0" cy="40875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Gerader Verbinder 91">
            <a:extLst>
              <a:ext uri="{FF2B5EF4-FFF2-40B4-BE49-F238E27FC236}">
                <a16:creationId xmlns:a16="http://schemas.microsoft.com/office/drawing/2014/main" id="{E4490EE4-056A-A478-3EC1-EC08302A6699}"/>
              </a:ext>
            </a:extLst>
          </p:cNvPr>
          <p:cNvCxnSpPr>
            <a:cxnSpLocks/>
          </p:cNvCxnSpPr>
          <p:nvPr/>
        </p:nvCxnSpPr>
        <p:spPr>
          <a:xfrm>
            <a:off x="3755571" y="1986646"/>
            <a:ext cx="41049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Gerader Verbinder 97">
            <a:extLst>
              <a:ext uri="{FF2B5EF4-FFF2-40B4-BE49-F238E27FC236}">
                <a16:creationId xmlns:a16="http://schemas.microsoft.com/office/drawing/2014/main" id="{26187F7D-514F-937F-867D-07BC431C9A1A}"/>
              </a:ext>
            </a:extLst>
          </p:cNvPr>
          <p:cNvCxnSpPr>
            <a:cxnSpLocks/>
            <a:endCxn id="5" idx="3"/>
          </p:cNvCxnSpPr>
          <p:nvPr/>
        </p:nvCxnSpPr>
        <p:spPr>
          <a:xfrm>
            <a:off x="8098973" y="1562100"/>
            <a:ext cx="6095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Gerader Verbinder 101">
            <a:extLst>
              <a:ext uri="{FF2B5EF4-FFF2-40B4-BE49-F238E27FC236}">
                <a16:creationId xmlns:a16="http://schemas.microsoft.com/office/drawing/2014/main" id="{DCADAAF8-A07F-B0A9-EDC1-5F3010CEA34B}"/>
              </a:ext>
            </a:extLst>
          </p:cNvPr>
          <p:cNvCxnSpPr>
            <a:cxnSpLocks/>
          </p:cNvCxnSpPr>
          <p:nvPr/>
        </p:nvCxnSpPr>
        <p:spPr>
          <a:xfrm>
            <a:off x="8098971" y="2427515"/>
            <a:ext cx="6095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Gerader Verbinder 102">
            <a:extLst>
              <a:ext uri="{FF2B5EF4-FFF2-40B4-BE49-F238E27FC236}">
                <a16:creationId xmlns:a16="http://schemas.microsoft.com/office/drawing/2014/main" id="{E302E756-4921-25A0-741D-E9EAEEFC957A}"/>
              </a:ext>
            </a:extLst>
          </p:cNvPr>
          <p:cNvCxnSpPr>
            <a:cxnSpLocks/>
          </p:cNvCxnSpPr>
          <p:nvPr/>
        </p:nvCxnSpPr>
        <p:spPr>
          <a:xfrm>
            <a:off x="8098969" y="3292930"/>
            <a:ext cx="6095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Gerader Verbinder 103">
            <a:extLst>
              <a:ext uri="{FF2B5EF4-FFF2-40B4-BE49-F238E27FC236}">
                <a16:creationId xmlns:a16="http://schemas.microsoft.com/office/drawing/2014/main" id="{99A4853E-84FA-BBF5-80DC-37A943071658}"/>
              </a:ext>
            </a:extLst>
          </p:cNvPr>
          <p:cNvCxnSpPr>
            <a:cxnSpLocks/>
          </p:cNvCxnSpPr>
          <p:nvPr/>
        </p:nvCxnSpPr>
        <p:spPr>
          <a:xfrm>
            <a:off x="8098967" y="4158345"/>
            <a:ext cx="6095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Gerader Verbinder 104">
            <a:extLst>
              <a:ext uri="{FF2B5EF4-FFF2-40B4-BE49-F238E27FC236}">
                <a16:creationId xmlns:a16="http://schemas.microsoft.com/office/drawing/2014/main" id="{4950C136-AC0D-321B-1CE1-10573E0D5487}"/>
              </a:ext>
            </a:extLst>
          </p:cNvPr>
          <p:cNvCxnSpPr>
            <a:cxnSpLocks/>
          </p:cNvCxnSpPr>
          <p:nvPr/>
        </p:nvCxnSpPr>
        <p:spPr>
          <a:xfrm>
            <a:off x="8098965" y="5023760"/>
            <a:ext cx="6095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Gerader Verbinder 105">
            <a:extLst>
              <a:ext uri="{FF2B5EF4-FFF2-40B4-BE49-F238E27FC236}">
                <a16:creationId xmlns:a16="http://schemas.microsoft.com/office/drawing/2014/main" id="{1DAB8D2F-4314-8E9F-9B8A-757AE6A7CEC6}"/>
              </a:ext>
            </a:extLst>
          </p:cNvPr>
          <p:cNvCxnSpPr>
            <a:cxnSpLocks/>
          </p:cNvCxnSpPr>
          <p:nvPr/>
        </p:nvCxnSpPr>
        <p:spPr>
          <a:xfrm>
            <a:off x="7271657" y="5840188"/>
            <a:ext cx="6095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Gerader Verbinder 106">
            <a:extLst>
              <a:ext uri="{FF2B5EF4-FFF2-40B4-BE49-F238E27FC236}">
                <a16:creationId xmlns:a16="http://schemas.microsoft.com/office/drawing/2014/main" id="{54ADFC04-100D-5FF0-5480-648DAD9C32AE}"/>
              </a:ext>
            </a:extLst>
          </p:cNvPr>
          <p:cNvCxnSpPr>
            <a:cxnSpLocks/>
          </p:cNvCxnSpPr>
          <p:nvPr/>
        </p:nvCxnSpPr>
        <p:spPr>
          <a:xfrm>
            <a:off x="6343156" y="5840188"/>
            <a:ext cx="6095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Gerader Verbinder 107">
            <a:extLst>
              <a:ext uri="{FF2B5EF4-FFF2-40B4-BE49-F238E27FC236}">
                <a16:creationId xmlns:a16="http://schemas.microsoft.com/office/drawing/2014/main" id="{BC1809B4-FAA9-D61B-986F-70FFE0450860}"/>
              </a:ext>
            </a:extLst>
          </p:cNvPr>
          <p:cNvCxnSpPr>
            <a:cxnSpLocks/>
          </p:cNvCxnSpPr>
          <p:nvPr/>
        </p:nvCxnSpPr>
        <p:spPr>
          <a:xfrm>
            <a:off x="5501740" y="5840188"/>
            <a:ext cx="6095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Gerader Verbinder 108">
            <a:extLst>
              <a:ext uri="{FF2B5EF4-FFF2-40B4-BE49-F238E27FC236}">
                <a16:creationId xmlns:a16="http://schemas.microsoft.com/office/drawing/2014/main" id="{F67115C0-0DED-AF80-2429-7B13727CE3D4}"/>
              </a:ext>
            </a:extLst>
          </p:cNvPr>
          <p:cNvCxnSpPr>
            <a:cxnSpLocks/>
          </p:cNvCxnSpPr>
          <p:nvPr/>
        </p:nvCxnSpPr>
        <p:spPr>
          <a:xfrm>
            <a:off x="4637320" y="5840188"/>
            <a:ext cx="6095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Gerader Verbinder 109">
            <a:extLst>
              <a:ext uri="{FF2B5EF4-FFF2-40B4-BE49-F238E27FC236}">
                <a16:creationId xmlns:a16="http://schemas.microsoft.com/office/drawing/2014/main" id="{9DFBF8E3-F057-4CF0-B6BA-4158F61C758E}"/>
              </a:ext>
            </a:extLst>
          </p:cNvPr>
          <p:cNvCxnSpPr>
            <a:cxnSpLocks/>
          </p:cNvCxnSpPr>
          <p:nvPr/>
        </p:nvCxnSpPr>
        <p:spPr>
          <a:xfrm>
            <a:off x="3744685" y="5834748"/>
            <a:ext cx="6095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Ellipse 115">
            <a:extLst>
              <a:ext uri="{FF2B5EF4-FFF2-40B4-BE49-F238E27FC236}">
                <a16:creationId xmlns:a16="http://schemas.microsoft.com/office/drawing/2014/main" id="{FBE1456E-F0BB-A020-2843-E39CD90325D4}"/>
              </a:ext>
            </a:extLst>
          </p:cNvPr>
          <p:cNvSpPr/>
          <p:nvPr/>
        </p:nvSpPr>
        <p:spPr>
          <a:xfrm>
            <a:off x="5564739" y="2149354"/>
            <a:ext cx="540000" cy="54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7" name="Textfeld 116">
            <a:extLst>
              <a:ext uri="{FF2B5EF4-FFF2-40B4-BE49-F238E27FC236}">
                <a16:creationId xmlns:a16="http://schemas.microsoft.com/office/drawing/2014/main" id="{429B8BBE-B606-267C-106F-68B4D1459A68}"/>
              </a:ext>
            </a:extLst>
          </p:cNvPr>
          <p:cNvSpPr txBox="1"/>
          <p:nvPr/>
        </p:nvSpPr>
        <p:spPr>
          <a:xfrm>
            <a:off x="6498763" y="2147538"/>
            <a:ext cx="4148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/>
              <a:t>1</a:t>
            </a:r>
            <a:endParaRPr lang="de-DE"/>
          </a:p>
        </p:txBody>
      </p:sp>
      <p:sp>
        <p:nvSpPr>
          <p:cNvPr id="118" name="Textfeld 117">
            <a:extLst>
              <a:ext uri="{FF2B5EF4-FFF2-40B4-BE49-F238E27FC236}">
                <a16:creationId xmlns:a16="http://schemas.microsoft.com/office/drawing/2014/main" id="{6ADB2524-01AB-EEDD-6DC1-A49054491749}"/>
              </a:ext>
            </a:extLst>
          </p:cNvPr>
          <p:cNvSpPr txBox="1"/>
          <p:nvPr/>
        </p:nvSpPr>
        <p:spPr>
          <a:xfrm>
            <a:off x="4778825" y="2137850"/>
            <a:ext cx="6292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/>
              <a:t>1</a:t>
            </a:r>
            <a:endParaRPr lang="de-DE"/>
          </a:p>
        </p:txBody>
      </p:sp>
      <p:sp>
        <p:nvSpPr>
          <p:cNvPr id="119" name="Textfeld 118">
            <a:extLst>
              <a:ext uri="{FF2B5EF4-FFF2-40B4-BE49-F238E27FC236}">
                <a16:creationId xmlns:a16="http://schemas.microsoft.com/office/drawing/2014/main" id="{9B6C5E38-AF59-C4DC-279B-C023DCB7B4DC}"/>
              </a:ext>
            </a:extLst>
          </p:cNvPr>
          <p:cNvSpPr txBox="1"/>
          <p:nvPr/>
        </p:nvSpPr>
        <p:spPr>
          <a:xfrm>
            <a:off x="3955794" y="2158428"/>
            <a:ext cx="6292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/>
              <a:t>1</a:t>
            </a:r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F9BB144-EB2C-E7EA-9B16-38C2F9C8F300}"/>
              </a:ext>
            </a:extLst>
          </p:cNvPr>
          <p:cNvSpPr/>
          <p:nvPr/>
        </p:nvSpPr>
        <p:spPr>
          <a:xfrm>
            <a:off x="3766451" y="257955"/>
            <a:ext cx="947058" cy="3809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Level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7624D472-2B14-52C9-4597-D82C7418E7E3}"/>
              </a:ext>
            </a:extLst>
          </p:cNvPr>
          <p:cNvSpPr txBox="1"/>
          <p:nvPr/>
        </p:nvSpPr>
        <p:spPr>
          <a:xfrm>
            <a:off x="7336962" y="2125774"/>
            <a:ext cx="6292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/>
              <a:t>2</a:t>
            </a:r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9F32433F-8523-9C12-09C1-C2A09DFC5AC6}"/>
              </a:ext>
            </a:extLst>
          </p:cNvPr>
          <p:cNvSpPr txBox="1"/>
          <p:nvPr/>
        </p:nvSpPr>
        <p:spPr>
          <a:xfrm>
            <a:off x="8412513" y="2093110"/>
            <a:ext cx="227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5</a:t>
            </a:r>
            <a:endParaRPr lang="de-DE" sz="1100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6F8454B7-7E1A-B42D-AE83-079D8C845009}"/>
              </a:ext>
            </a:extLst>
          </p:cNvPr>
          <p:cNvSpPr txBox="1"/>
          <p:nvPr/>
        </p:nvSpPr>
        <p:spPr>
          <a:xfrm>
            <a:off x="8412512" y="2427515"/>
            <a:ext cx="296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1</a:t>
            </a:r>
            <a:endParaRPr lang="de-DE" sz="110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94258473-D85D-3713-44D5-D1400F80F8C5}"/>
              </a:ext>
            </a:extLst>
          </p:cNvPr>
          <p:cNvSpPr/>
          <p:nvPr/>
        </p:nvSpPr>
        <p:spPr>
          <a:xfrm>
            <a:off x="10700650" y="6343069"/>
            <a:ext cx="1382487" cy="3809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err="1"/>
              <a:t>Quit</a:t>
            </a:r>
            <a:r>
              <a:rPr lang="de-DE"/>
              <a:t> Game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2D5F7DAA-3213-4005-B77F-0E4C6151BA3B}"/>
              </a:ext>
            </a:extLst>
          </p:cNvPr>
          <p:cNvSpPr/>
          <p:nvPr/>
        </p:nvSpPr>
        <p:spPr>
          <a:xfrm>
            <a:off x="8055419" y="5493983"/>
            <a:ext cx="653143" cy="6640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Item</a:t>
            </a:r>
          </a:p>
        </p:txBody>
      </p: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A435D900-6AAB-D2C3-233A-2B352650A474}"/>
              </a:ext>
            </a:extLst>
          </p:cNvPr>
          <p:cNvCxnSpPr>
            <a:cxnSpLocks/>
          </p:cNvCxnSpPr>
          <p:nvPr/>
        </p:nvCxnSpPr>
        <p:spPr>
          <a:xfrm>
            <a:off x="9100457" y="2314707"/>
            <a:ext cx="0" cy="8693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DF7136B0-9FA1-C8FE-A2CE-2B8BE34937F2}"/>
              </a:ext>
            </a:extLst>
          </p:cNvPr>
          <p:cNvCxnSpPr>
            <a:cxnSpLocks/>
          </p:cNvCxnSpPr>
          <p:nvPr/>
        </p:nvCxnSpPr>
        <p:spPr>
          <a:xfrm>
            <a:off x="9285515" y="2308524"/>
            <a:ext cx="0" cy="8693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38C2A2AB-C673-2538-5840-32322816F929}"/>
              </a:ext>
            </a:extLst>
          </p:cNvPr>
          <p:cNvCxnSpPr>
            <a:cxnSpLocks/>
          </p:cNvCxnSpPr>
          <p:nvPr/>
        </p:nvCxnSpPr>
        <p:spPr>
          <a:xfrm>
            <a:off x="9492344" y="2302341"/>
            <a:ext cx="0" cy="8693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63A205A7-1D7C-F816-1C1C-EACBD6FD226C}"/>
              </a:ext>
            </a:extLst>
          </p:cNvPr>
          <p:cNvCxnSpPr>
            <a:cxnSpLocks/>
          </p:cNvCxnSpPr>
          <p:nvPr/>
        </p:nvCxnSpPr>
        <p:spPr>
          <a:xfrm>
            <a:off x="9677399" y="2331486"/>
            <a:ext cx="0" cy="8693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58CAAE85-7734-93C8-7748-8354C63D7DE8}"/>
              </a:ext>
            </a:extLst>
          </p:cNvPr>
          <p:cNvCxnSpPr>
            <a:cxnSpLocks/>
          </p:cNvCxnSpPr>
          <p:nvPr/>
        </p:nvCxnSpPr>
        <p:spPr>
          <a:xfrm>
            <a:off x="5372185" y="1230085"/>
            <a:ext cx="0" cy="40875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6072CADA-58A8-A0CA-B474-DCA87CA43682}"/>
              </a:ext>
            </a:extLst>
          </p:cNvPr>
          <p:cNvCxnSpPr>
            <a:cxnSpLocks/>
          </p:cNvCxnSpPr>
          <p:nvPr/>
        </p:nvCxnSpPr>
        <p:spPr>
          <a:xfrm>
            <a:off x="6251783" y="1219201"/>
            <a:ext cx="0" cy="40875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1AD73440-86F6-7DB8-4B36-3090295871BB}"/>
              </a:ext>
            </a:extLst>
          </p:cNvPr>
          <p:cNvCxnSpPr>
            <a:cxnSpLocks/>
          </p:cNvCxnSpPr>
          <p:nvPr/>
        </p:nvCxnSpPr>
        <p:spPr>
          <a:xfrm>
            <a:off x="7131380" y="1230089"/>
            <a:ext cx="0" cy="40875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194C529C-3077-23DB-457F-B61F32300F2D}"/>
              </a:ext>
            </a:extLst>
          </p:cNvPr>
          <p:cNvCxnSpPr>
            <a:cxnSpLocks/>
          </p:cNvCxnSpPr>
          <p:nvPr/>
        </p:nvCxnSpPr>
        <p:spPr>
          <a:xfrm>
            <a:off x="3766457" y="2815158"/>
            <a:ext cx="41049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79F7B7E1-DAE8-27F7-4E99-7796269DBB98}"/>
              </a:ext>
            </a:extLst>
          </p:cNvPr>
          <p:cNvCxnSpPr>
            <a:cxnSpLocks/>
          </p:cNvCxnSpPr>
          <p:nvPr/>
        </p:nvCxnSpPr>
        <p:spPr>
          <a:xfrm>
            <a:off x="3777343" y="3632784"/>
            <a:ext cx="41049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66B0A546-1CF7-A492-4463-213587E5C1DD}"/>
              </a:ext>
            </a:extLst>
          </p:cNvPr>
          <p:cNvCxnSpPr>
            <a:cxnSpLocks/>
          </p:cNvCxnSpPr>
          <p:nvPr/>
        </p:nvCxnSpPr>
        <p:spPr>
          <a:xfrm>
            <a:off x="3788229" y="4493953"/>
            <a:ext cx="41049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feld 53">
            <a:extLst>
              <a:ext uri="{FF2B5EF4-FFF2-40B4-BE49-F238E27FC236}">
                <a16:creationId xmlns:a16="http://schemas.microsoft.com/office/drawing/2014/main" id="{C20C954B-349F-FBC3-1760-6DDF32DFFF9D}"/>
              </a:ext>
            </a:extLst>
          </p:cNvPr>
          <p:cNvSpPr txBox="1"/>
          <p:nvPr/>
        </p:nvSpPr>
        <p:spPr>
          <a:xfrm>
            <a:off x="6478064" y="2940074"/>
            <a:ext cx="4148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>
                <a:solidFill>
                  <a:schemeClr val="bg2">
                    <a:lumMod val="75000"/>
                    <a:lumOff val="25000"/>
                  </a:schemeClr>
                </a:solidFill>
              </a:rPr>
              <a:t>3</a:t>
            </a:r>
            <a:endParaRPr lang="de-DE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090A1A86-E4D5-A966-2FFE-56E20B5BB739}"/>
              </a:ext>
            </a:extLst>
          </p:cNvPr>
          <p:cNvSpPr txBox="1"/>
          <p:nvPr/>
        </p:nvSpPr>
        <p:spPr>
          <a:xfrm>
            <a:off x="6509451" y="3801242"/>
            <a:ext cx="4148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/>
              <a:t>?</a:t>
            </a:r>
            <a:endParaRPr lang="de-DE"/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E96838B2-93EA-11AB-164D-7123E7003D2B}"/>
              </a:ext>
            </a:extLst>
          </p:cNvPr>
          <p:cNvSpPr txBox="1"/>
          <p:nvPr/>
        </p:nvSpPr>
        <p:spPr>
          <a:xfrm>
            <a:off x="6509451" y="4681460"/>
            <a:ext cx="4148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/>
              <a:t>?</a:t>
            </a:r>
            <a:endParaRPr lang="de-DE"/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BD31E72E-5BEC-0CC1-B2DC-F7A33BFFD26D}"/>
              </a:ext>
            </a:extLst>
          </p:cNvPr>
          <p:cNvSpPr txBox="1"/>
          <p:nvPr/>
        </p:nvSpPr>
        <p:spPr>
          <a:xfrm>
            <a:off x="6485377" y="1382486"/>
            <a:ext cx="4148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/>
              <a:t>1</a:t>
            </a:r>
            <a:endParaRPr lang="de-DE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D824BC9B-BABC-F875-25B0-89E6055B7C0C}"/>
              </a:ext>
            </a:extLst>
          </p:cNvPr>
          <p:cNvSpPr txBox="1"/>
          <p:nvPr/>
        </p:nvSpPr>
        <p:spPr>
          <a:xfrm>
            <a:off x="6638977" y="5826164"/>
            <a:ext cx="296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0</a:t>
            </a:r>
            <a:endParaRPr lang="de-DE" sz="1100"/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B8B33620-1A43-AE00-0F3C-0F26A45575C5}"/>
              </a:ext>
            </a:extLst>
          </p:cNvPr>
          <p:cNvSpPr txBox="1"/>
          <p:nvPr/>
        </p:nvSpPr>
        <p:spPr>
          <a:xfrm>
            <a:off x="6639583" y="5499157"/>
            <a:ext cx="296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7</a:t>
            </a:r>
            <a:endParaRPr lang="de-DE" sz="110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8A138B11-ACFE-12D9-200E-B87B52A2879C}"/>
              </a:ext>
            </a:extLst>
          </p:cNvPr>
          <p:cNvSpPr/>
          <p:nvPr/>
        </p:nvSpPr>
        <p:spPr>
          <a:xfrm>
            <a:off x="8926285" y="2324099"/>
            <a:ext cx="947058" cy="8599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rgbClr val="FF0000"/>
                </a:solidFill>
              </a:rPr>
              <a:t>P1</a:t>
            </a: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A36D04B6-EF41-C049-F753-94CAE99276E7}"/>
              </a:ext>
            </a:extLst>
          </p:cNvPr>
          <p:cNvSpPr txBox="1"/>
          <p:nvPr/>
        </p:nvSpPr>
        <p:spPr>
          <a:xfrm>
            <a:off x="6866703" y="3646809"/>
            <a:ext cx="2960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/>
              <a:t>1</a:t>
            </a:r>
            <a:endParaRPr lang="de-DE"/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9A5BE915-F1A3-7B8C-3DEA-D0AF4319CE18}"/>
              </a:ext>
            </a:extLst>
          </p:cNvPr>
          <p:cNvSpPr txBox="1"/>
          <p:nvPr/>
        </p:nvSpPr>
        <p:spPr>
          <a:xfrm>
            <a:off x="6888259" y="4517572"/>
            <a:ext cx="2960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/>
              <a:t>1</a:t>
            </a:r>
            <a:endParaRPr lang="de-DE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924618A9-B6B7-A75A-9D97-5C7AA0F570FF}"/>
              </a:ext>
            </a:extLst>
          </p:cNvPr>
          <p:cNvSpPr/>
          <p:nvPr/>
        </p:nvSpPr>
        <p:spPr>
          <a:xfrm>
            <a:off x="9120985" y="2499796"/>
            <a:ext cx="144000" cy="14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8234D55C-95F9-EAAB-A9CD-88E7B2105D69}"/>
              </a:ext>
            </a:extLst>
          </p:cNvPr>
          <p:cNvSpPr/>
          <p:nvPr/>
        </p:nvSpPr>
        <p:spPr>
          <a:xfrm>
            <a:off x="9120983" y="2684854"/>
            <a:ext cx="144000" cy="14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5DF9BF80-A78D-B862-4D78-114E0A825D4B}"/>
              </a:ext>
            </a:extLst>
          </p:cNvPr>
          <p:cNvSpPr/>
          <p:nvPr/>
        </p:nvSpPr>
        <p:spPr>
          <a:xfrm>
            <a:off x="9120981" y="2869912"/>
            <a:ext cx="144000" cy="14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2509B806-D75D-C79B-13A2-34E2E52AF813}"/>
              </a:ext>
            </a:extLst>
          </p:cNvPr>
          <p:cNvSpPr/>
          <p:nvPr/>
        </p:nvSpPr>
        <p:spPr>
          <a:xfrm>
            <a:off x="9120977" y="3033198"/>
            <a:ext cx="144000" cy="14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9A2FC1B8-B383-DB40-0DEC-41738B7071CD}"/>
              </a:ext>
            </a:extLst>
          </p:cNvPr>
          <p:cNvSpPr/>
          <p:nvPr/>
        </p:nvSpPr>
        <p:spPr>
          <a:xfrm>
            <a:off x="9120983" y="2325620"/>
            <a:ext cx="144000" cy="144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4C9F1DFC-CFBD-20C3-C24B-8265049FCB75}"/>
              </a:ext>
            </a:extLst>
          </p:cNvPr>
          <p:cNvSpPr txBox="1"/>
          <p:nvPr/>
        </p:nvSpPr>
        <p:spPr>
          <a:xfrm>
            <a:off x="8826535" y="6005770"/>
            <a:ext cx="25290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solidFill>
                  <a:srgbClr val="FFC000"/>
                </a:solidFill>
              </a:rPr>
              <a:t>Spiel verlassen, verwirft </a:t>
            </a:r>
            <a:r>
              <a:rPr lang="de-DE" err="1">
                <a:solidFill>
                  <a:srgbClr val="FFC000"/>
                </a:solidFill>
              </a:rPr>
              <a:t>Spielaufnahem</a:t>
            </a:r>
            <a:r>
              <a:rPr lang="de-DE">
                <a:solidFill>
                  <a:srgbClr val="FFC000"/>
                </a:solidFill>
              </a:rPr>
              <a:t> -&gt;</a:t>
            </a: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273DB3B1-A1BF-AE36-1D28-B4021E2ABF5E}"/>
              </a:ext>
            </a:extLst>
          </p:cNvPr>
          <p:cNvSpPr txBox="1"/>
          <p:nvPr/>
        </p:nvSpPr>
        <p:spPr>
          <a:xfrm>
            <a:off x="8882726" y="5410681"/>
            <a:ext cx="36877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solidFill>
                  <a:srgbClr val="FFC000"/>
                </a:solidFill>
              </a:rPr>
              <a:t>&lt;- Wenn </a:t>
            </a:r>
            <a:r>
              <a:rPr lang="de-DE" err="1">
                <a:solidFill>
                  <a:srgbClr val="FFC000"/>
                </a:solidFill>
              </a:rPr>
              <a:t>items</a:t>
            </a:r>
            <a:r>
              <a:rPr lang="de-DE">
                <a:solidFill>
                  <a:srgbClr val="FFC000"/>
                </a:solidFill>
              </a:rPr>
              <a:t> in Spiel mitgebracht wurden, hier anzeigen</a:t>
            </a: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6D57B5ED-24B8-6372-2F60-771F5B3CF342}"/>
              </a:ext>
            </a:extLst>
          </p:cNvPr>
          <p:cNvSpPr txBox="1"/>
          <p:nvPr/>
        </p:nvSpPr>
        <p:spPr>
          <a:xfrm>
            <a:off x="8029462" y="238502"/>
            <a:ext cx="36877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solidFill>
                  <a:srgbClr val="FFC000"/>
                </a:solidFill>
              </a:rPr>
              <a:t>&lt;- Aktuelle Punktzahl, die man im jeweiligen </a:t>
            </a:r>
            <a:r>
              <a:rPr lang="de-DE" err="1">
                <a:solidFill>
                  <a:srgbClr val="FFC000"/>
                </a:solidFill>
              </a:rPr>
              <a:t>level</a:t>
            </a:r>
            <a:r>
              <a:rPr lang="de-DE">
                <a:solidFill>
                  <a:srgbClr val="FFC000"/>
                </a:solidFill>
              </a:rPr>
              <a:t> erreicht hat</a:t>
            </a: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D65B0AA3-91C2-169A-6539-E5492A4EEB47}"/>
              </a:ext>
            </a:extLst>
          </p:cNvPr>
          <p:cNvSpPr txBox="1"/>
          <p:nvPr/>
        </p:nvSpPr>
        <p:spPr>
          <a:xfrm>
            <a:off x="1764340" y="179964"/>
            <a:ext cx="2156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solidFill>
                  <a:srgbClr val="FFC000"/>
                </a:solidFill>
              </a:rPr>
              <a:t>Aktuelles Level -&gt;</a:t>
            </a: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1CDBF5F1-1ACC-E89A-C1B7-C860214380EA}"/>
              </a:ext>
            </a:extLst>
          </p:cNvPr>
          <p:cNvSpPr txBox="1"/>
          <p:nvPr/>
        </p:nvSpPr>
        <p:spPr>
          <a:xfrm>
            <a:off x="3807511" y="615412"/>
            <a:ext cx="21561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solidFill>
                  <a:srgbClr val="FFC000"/>
                </a:solidFill>
              </a:rPr>
              <a:t>Gesamtpunktzahl /\</a:t>
            </a:r>
          </a:p>
          <a:p>
            <a:r>
              <a:rPr lang="de-DE">
                <a:solidFill>
                  <a:srgbClr val="FFC000"/>
                </a:solidFill>
              </a:rPr>
              <a:t>                                        |</a:t>
            </a: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45996462-0F79-538C-8F94-30656DBC4C99}"/>
              </a:ext>
            </a:extLst>
          </p:cNvPr>
          <p:cNvSpPr txBox="1"/>
          <p:nvPr/>
        </p:nvSpPr>
        <p:spPr>
          <a:xfrm>
            <a:off x="182126" y="5834700"/>
            <a:ext cx="36877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solidFill>
                  <a:srgbClr val="FFC000"/>
                </a:solidFill>
              </a:rPr>
              <a:t>Anzeige wie viele Minen/Punkte  -&gt; zusammenaddiert in der jeweiligen Reihe/Spalte sind</a:t>
            </a:r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CE25878B-A9C3-8307-B219-84177ED60E36}"/>
              </a:ext>
            </a:extLst>
          </p:cNvPr>
          <p:cNvSpPr txBox="1"/>
          <p:nvPr/>
        </p:nvSpPr>
        <p:spPr>
          <a:xfrm>
            <a:off x="4088369" y="5817792"/>
            <a:ext cx="296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2</a:t>
            </a:r>
            <a:endParaRPr lang="de-DE" sz="1100"/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39DD4B0A-B039-48FA-7AF6-E23DC15E3527}"/>
              </a:ext>
            </a:extLst>
          </p:cNvPr>
          <p:cNvSpPr txBox="1"/>
          <p:nvPr/>
        </p:nvSpPr>
        <p:spPr>
          <a:xfrm>
            <a:off x="4088975" y="5490785"/>
            <a:ext cx="296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3</a:t>
            </a:r>
            <a:endParaRPr lang="de-DE" sz="1100"/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44DBD98F-9AFB-F4DB-F4D1-63A5EC55E6F9}"/>
              </a:ext>
            </a:extLst>
          </p:cNvPr>
          <p:cNvSpPr txBox="1"/>
          <p:nvPr/>
        </p:nvSpPr>
        <p:spPr>
          <a:xfrm>
            <a:off x="5614499" y="2933421"/>
            <a:ext cx="36877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solidFill>
                  <a:srgbClr val="FFC000"/>
                </a:solidFill>
              </a:rPr>
              <a:t>/\ beim aufdecken einer Mine,</a:t>
            </a:r>
          </a:p>
          <a:p>
            <a:r>
              <a:rPr lang="de-DE">
                <a:solidFill>
                  <a:srgbClr val="FFC000"/>
                </a:solidFill>
              </a:rPr>
              <a:t> | verliert man seinen „</a:t>
            </a:r>
            <a:r>
              <a:rPr lang="de-DE" err="1">
                <a:solidFill>
                  <a:srgbClr val="FFC000"/>
                </a:solidFill>
              </a:rPr>
              <a:t>currentSore</a:t>
            </a:r>
            <a:r>
              <a:rPr lang="de-DE">
                <a:solidFill>
                  <a:srgbClr val="FFC000"/>
                </a:solidFill>
              </a:rPr>
              <a:t>“</a:t>
            </a:r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078515D8-88BB-8C5A-934B-66E26FEF1A35}"/>
              </a:ext>
            </a:extLst>
          </p:cNvPr>
          <p:cNvSpPr txBox="1"/>
          <p:nvPr/>
        </p:nvSpPr>
        <p:spPr>
          <a:xfrm>
            <a:off x="-2357174" y="4182418"/>
            <a:ext cx="36877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solidFill>
                  <a:srgbClr val="FFC000"/>
                </a:solidFill>
              </a:rPr>
              <a:t>Anzeige für alle Spieler zum Punktestand der Spieler</a:t>
            </a:r>
          </a:p>
          <a:p>
            <a:r>
              <a:rPr lang="de-DE" err="1">
                <a:solidFill>
                  <a:srgbClr val="FFC000"/>
                </a:solidFill>
              </a:rPr>
              <a:t>TotalScore</a:t>
            </a:r>
            <a:r>
              <a:rPr lang="de-DE">
                <a:solidFill>
                  <a:srgbClr val="FFC000"/>
                </a:solidFill>
              </a:rPr>
              <a:t> + </a:t>
            </a:r>
            <a:r>
              <a:rPr lang="de-DE" err="1">
                <a:solidFill>
                  <a:srgbClr val="FFC000"/>
                </a:solidFill>
              </a:rPr>
              <a:t>CurrentScore</a:t>
            </a:r>
            <a:r>
              <a:rPr lang="de-DE">
                <a:solidFill>
                  <a:srgbClr val="FFC000"/>
                </a:solidFill>
              </a:rPr>
              <a:t> -&gt;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A3CBFF44-9C4C-4C29-2A40-C445F78E3914}"/>
              </a:ext>
            </a:extLst>
          </p:cNvPr>
          <p:cNvSpPr txBox="1"/>
          <p:nvPr/>
        </p:nvSpPr>
        <p:spPr>
          <a:xfrm>
            <a:off x="9864131" y="2418161"/>
            <a:ext cx="52787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solidFill>
                  <a:srgbClr val="FFC000"/>
                </a:solidFill>
              </a:rPr>
              <a:t>&lt;- Gegnerische Felder werden nur minimal farblich dargestellt. 1 – grün, 2 – blau, 3 – lila, </a:t>
            </a:r>
            <a:r>
              <a:rPr lang="de-DE" err="1">
                <a:solidFill>
                  <a:srgbClr val="FFC000"/>
                </a:solidFill>
              </a:rPr>
              <a:t>mine</a:t>
            </a:r>
            <a:r>
              <a:rPr lang="de-DE">
                <a:solidFill>
                  <a:srgbClr val="FFC000"/>
                </a:solidFill>
              </a:rPr>
              <a:t> - rot</a:t>
            </a: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D2DCED89-D17E-427E-7764-7C70DEF8B120}"/>
              </a:ext>
            </a:extLst>
          </p:cNvPr>
          <p:cNvSpPr txBox="1"/>
          <p:nvPr/>
        </p:nvSpPr>
        <p:spPr>
          <a:xfrm>
            <a:off x="9853540" y="1301039"/>
            <a:ext cx="60831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solidFill>
                  <a:srgbClr val="FFC000"/>
                </a:solidFill>
              </a:rPr>
              <a:t>&lt;- Wenn Memo geöffnet ist, können Felder nicht mehr aufgedeckt werden, nur markiert mit 1, 2, 3 und O(Mine)</a:t>
            </a:r>
          </a:p>
        </p:txBody>
      </p:sp>
    </p:spTree>
    <p:extLst>
      <p:ext uri="{BB962C8B-B14F-4D97-AF65-F5344CB8AC3E}">
        <p14:creationId xmlns:p14="http://schemas.microsoft.com/office/powerpoint/2010/main" val="2252098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Vogt</dc:creator>
  <cp:revision>1</cp:revision>
  <dcterms:created xsi:type="dcterms:W3CDTF">2025-12-03T07:29:55Z</dcterms:created>
  <dcterms:modified xsi:type="dcterms:W3CDTF">2026-01-21T13:59:33Z</dcterms:modified>
</cp:coreProperties>
</file>