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uptmenü" id="{97DE45AA-E39A-42B2-83A2-AA56BC2CD2B1}">
          <p14:sldIdLst>
            <p14:sldId id="256"/>
          </p14:sldIdLst>
        </p14:section>
        <p14:section name="Wartelobby" id="{756FB741-8423-4C0C-A6B7-30B8CA260D48}">
          <p14:sldIdLst>
            <p14:sldId id="257"/>
          </p14:sldIdLst>
        </p14:section>
        <p14:section name="Spieloberfläche" id="{1637D873-A188-4AA1-8248-3837239B98CB}">
          <p14:sldIdLst>
            <p14:sldId id="258"/>
          </p14:sldIdLst>
        </p14:section>
        <p14:section name="Regeln" id="{F9D451EB-ECF5-42BC-BC80-054B49782B09}">
          <p14:sldIdLst>
            <p14:sldId id="261"/>
          </p14:sldIdLst>
        </p14:section>
        <p14:section name="Replays" id="{0F9D778B-056B-4539-821B-CA8CEE66C03D}">
          <p14:sldIdLst>
            <p14:sldId id="260"/>
          </p14:sldIdLst>
        </p14:section>
        <p14:section name="Shop" id="{E17C46FE-B664-49BA-B54C-48FEEE8D9387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737448-6D15-C16B-2988-38256F4CFEA1}" name="ZZ23 Vogt Simon" initials="SV" userId="S::Simon.Vogt@bs-erlangen.de::282d6585-744c-4be0-a9a6-e05447465a2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F6A"/>
    <a:srgbClr val="D04006"/>
    <a:srgbClr val="BF65DD"/>
    <a:srgbClr val="14845C"/>
    <a:srgbClr val="3792F5"/>
    <a:srgbClr val="45A746"/>
    <a:srgbClr val="DE7055"/>
    <a:srgbClr val="BC8C85"/>
    <a:srgbClr val="E69F43"/>
    <a:srgbClr val="0E28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4DC0A4-E210-4BDB-BE95-E320662D5F79}" v="465" dt="2026-01-21T13:59:20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Z23 Vogt Simon" userId="282d6585-744c-4be0-a9a6-e05447465a23" providerId="ADAL" clId="{BD9FFA9E-4355-449D-B117-2CE5DD8A178F}"/>
    <pc:docChg chg="undo custSel addSld delSld modSld modMainMaster modSection">
      <pc:chgData name="ZZ23 Vogt Simon" userId="282d6585-744c-4be0-a9a6-e05447465a23" providerId="ADAL" clId="{BD9FFA9E-4355-449D-B117-2CE5DD8A178F}" dt="2026-01-21T13:59:20.166" v="2781" actId="20577"/>
      <pc:docMkLst>
        <pc:docMk/>
      </pc:docMkLst>
      <pc:sldChg chg="addSp delSp modSp mod">
        <pc:chgData name="ZZ23 Vogt Simon" userId="282d6585-744c-4be0-a9a6-e05447465a23" providerId="ADAL" clId="{BD9FFA9E-4355-449D-B117-2CE5DD8A178F}" dt="2026-01-21T13:06:38.339" v="1116" actId="1076"/>
        <pc:sldMkLst>
          <pc:docMk/>
          <pc:sldMk cId="1944629445" sldId="256"/>
        </pc:sldMkLst>
        <pc:spChg chg="add mod">
          <ac:chgData name="ZZ23 Vogt Simon" userId="282d6585-744c-4be0-a9a6-e05447465a23" providerId="ADAL" clId="{BD9FFA9E-4355-449D-B117-2CE5DD8A178F}" dt="2026-01-21T13:01:31.102" v="746" actId="1076"/>
          <ac:spMkLst>
            <pc:docMk/>
            <pc:sldMk cId="1944629445" sldId="256"/>
            <ac:spMk id="2" creationId="{0723975F-35FF-16B5-800B-E12C21CBF73D}"/>
          </ac:spMkLst>
        </pc:spChg>
        <pc:spChg chg="add mod">
          <ac:chgData name="ZZ23 Vogt Simon" userId="282d6585-744c-4be0-a9a6-e05447465a23" providerId="ADAL" clId="{BD9FFA9E-4355-449D-B117-2CE5DD8A178F}" dt="2026-01-21T13:02:13.263" v="787" actId="20577"/>
          <ac:spMkLst>
            <pc:docMk/>
            <pc:sldMk cId="1944629445" sldId="256"/>
            <ac:spMk id="5" creationId="{AE78FD4B-9AF6-4948-24E4-AFD725742342}"/>
          </ac:spMkLst>
        </pc:spChg>
        <pc:spChg chg="add mod">
          <ac:chgData name="ZZ23 Vogt Simon" userId="282d6585-744c-4be0-a9a6-e05447465a23" providerId="ADAL" clId="{BD9FFA9E-4355-449D-B117-2CE5DD8A178F}" dt="2026-01-21T13:03:15.779" v="860" actId="20577"/>
          <ac:spMkLst>
            <pc:docMk/>
            <pc:sldMk cId="1944629445" sldId="256"/>
            <ac:spMk id="6" creationId="{B120982D-D78C-1493-6381-E828DD01AA41}"/>
          </ac:spMkLst>
        </pc:spChg>
        <pc:spChg chg="add del mod">
          <ac:chgData name="ZZ23 Vogt Simon" userId="282d6585-744c-4be0-a9a6-e05447465a23" providerId="ADAL" clId="{BD9FFA9E-4355-449D-B117-2CE5DD8A178F}" dt="2026-01-21T13:03:33.311" v="863" actId="478"/>
          <ac:spMkLst>
            <pc:docMk/>
            <pc:sldMk cId="1944629445" sldId="256"/>
            <ac:spMk id="7" creationId="{B57D7866-7BC4-957D-998F-5315AE610F9A}"/>
          </ac:spMkLst>
        </pc:spChg>
        <pc:spChg chg="add mod">
          <ac:chgData name="ZZ23 Vogt Simon" userId="282d6585-744c-4be0-a9a6-e05447465a23" providerId="ADAL" clId="{BD9FFA9E-4355-449D-B117-2CE5DD8A178F}" dt="2026-01-21T13:05:26.316" v="982" actId="14100"/>
          <ac:spMkLst>
            <pc:docMk/>
            <pc:sldMk cId="1944629445" sldId="256"/>
            <ac:spMk id="8" creationId="{CECF2191-EACE-8EE8-6A0F-BA0DBA8E0DF3}"/>
          </ac:spMkLst>
        </pc:spChg>
        <pc:spChg chg="add mod">
          <ac:chgData name="ZZ23 Vogt Simon" userId="282d6585-744c-4be0-a9a6-e05447465a23" providerId="ADAL" clId="{BD9FFA9E-4355-449D-B117-2CE5DD8A178F}" dt="2026-01-21T13:06:38.339" v="1116" actId="1076"/>
          <ac:spMkLst>
            <pc:docMk/>
            <pc:sldMk cId="1944629445" sldId="256"/>
            <ac:spMk id="9" creationId="{C2FD847E-22B7-682A-032E-2043ADE143B4}"/>
          </ac:spMkLst>
        </pc:spChg>
      </pc:sldChg>
      <pc:sldChg chg="addSp modSp mod">
        <pc:chgData name="ZZ23 Vogt Simon" userId="282d6585-744c-4be0-a9a6-e05447465a23" providerId="ADAL" clId="{BD9FFA9E-4355-449D-B117-2CE5DD8A178F}" dt="2026-01-21T13:20:50.821" v="1482" actId="1076"/>
        <pc:sldMkLst>
          <pc:docMk/>
          <pc:sldMk cId="4040773719" sldId="257"/>
        </pc:sldMkLst>
        <pc:spChg chg="add mod">
          <ac:chgData name="ZZ23 Vogt Simon" userId="282d6585-744c-4be0-a9a6-e05447465a23" providerId="ADAL" clId="{BD9FFA9E-4355-449D-B117-2CE5DD8A178F}" dt="2026-01-21T13:08:05.350" v="1202" actId="313"/>
          <ac:spMkLst>
            <pc:docMk/>
            <pc:sldMk cId="4040773719" sldId="257"/>
            <ac:spMk id="6" creationId="{2DE2D1A1-C8CC-C59A-92F5-D9B20A285DE1}"/>
          </ac:spMkLst>
        </pc:spChg>
        <pc:spChg chg="add mod">
          <ac:chgData name="ZZ23 Vogt Simon" userId="282d6585-744c-4be0-a9a6-e05447465a23" providerId="ADAL" clId="{BD9FFA9E-4355-449D-B117-2CE5DD8A178F}" dt="2026-01-21T13:09:09.076" v="1273" actId="1076"/>
          <ac:spMkLst>
            <pc:docMk/>
            <pc:sldMk cId="4040773719" sldId="257"/>
            <ac:spMk id="7" creationId="{34E18816-8344-84F5-84DA-7273637AE38C}"/>
          </ac:spMkLst>
        </pc:spChg>
        <pc:spChg chg="add mod">
          <ac:chgData name="ZZ23 Vogt Simon" userId="282d6585-744c-4be0-a9a6-e05447465a23" providerId="ADAL" clId="{BD9FFA9E-4355-449D-B117-2CE5DD8A178F}" dt="2026-01-21T13:20:38.652" v="1479" actId="1076"/>
          <ac:spMkLst>
            <pc:docMk/>
            <pc:sldMk cId="4040773719" sldId="257"/>
            <ac:spMk id="8" creationId="{EA2C4B47-32C6-321A-0CE1-103C391998D0}"/>
          </ac:spMkLst>
        </pc:spChg>
        <pc:spChg chg="add mod">
          <ac:chgData name="ZZ23 Vogt Simon" userId="282d6585-744c-4be0-a9a6-e05447465a23" providerId="ADAL" clId="{BD9FFA9E-4355-449D-B117-2CE5DD8A178F}" dt="2026-01-21T13:20:40.841" v="1480" actId="1076"/>
          <ac:spMkLst>
            <pc:docMk/>
            <pc:sldMk cId="4040773719" sldId="257"/>
            <ac:spMk id="9" creationId="{838A6326-1516-B227-6CC7-AC8551E70E22}"/>
          </ac:spMkLst>
        </pc:spChg>
        <pc:spChg chg="add mod">
          <ac:chgData name="ZZ23 Vogt Simon" userId="282d6585-744c-4be0-a9a6-e05447465a23" providerId="ADAL" clId="{BD9FFA9E-4355-449D-B117-2CE5DD8A178F}" dt="2026-01-21T13:20:16.901" v="1476" actId="1076"/>
          <ac:spMkLst>
            <pc:docMk/>
            <pc:sldMk cId="4040773719" sldId="257"/>
            <ac:spMk id="10" creationId="{05A5BC5A-D5A4-B601-E1DE-891E03E5AB4A}"/>
          </ac:spMkLst>
        </pc:spChg>
        <pc:spChg chg="add mod">
          <ac:chgData name="ZZ23 Vogt Simon" userId="282d6585-744c-4be0-a9a6-e05447465a23" providerId="ADAL" clId="{BD9FFA9E-4355-449D-B117-2CE5DD8A178F}" dt="2026-01-21T13:20:50.821" v="1482" actId="1076"/>
          <ac:spMkLst>
            <pc:docMk/>
            <pc:sldMk cId="4040773719" sldId="257"/>
            <ac:spMk id="11" creationId="{833D1934-1FD0-C561-DF60-94DC6B3B98A9}"/>
          </ac:spMkLst>
        </pc:spChg>
      </pc:sldChg>
      <pc:sldChg chg="addSp delSp modSp mod">
        <pc:chgData name="ZZ23 Vogt Simon" userId="282d6585-744c-4be0-a9a6-e05447465a23" providerId="ADAL" clId="{BD9FFA9E-4355-449D-B117-2CE5DD8A178F}" dt="2026-01-21T13:56:04.209" v="2618" actId="20577"/>
        <pc:sldMkLst>
          <pc:docMk/>
          <pc:sldMk cId="2252098653" sldId="258"/>
        </pc:sldMkLst>
        <pc:spChg chg="mod">
          <ac:chgData name="ZZ23 Vogt Simon" userId="282d6585-744c-4be0-a9a6-e05447465a23" providerId="ADAL" clId="{BD9FFA9E-4355-449D-B117-2CE5DD8A178F}" dt="2026-01-21T13:17:48.152" v="1276" actId="20577"/>
          <ac:spMkLst>
            <pc:docMk/>
            <pc:sldMk cId="2252098653" sldId="258"/>
            <ac:spMk id="3" creationId="{8F9BB144-EB2C-E7EA-9B16-38C2F9C8F300}"/>
          </ac:spMkLst>
        </pc:spChg>
        <pc:spChg chg="add del mod">
          <ac:chgData name="ZZ23 Vogt Simon" userId="282d6585-744c-4be0-a9a6-e05447465a23" providerId="ADAL" clId="{BD9FFA9E-4355-449D-B117-2CE5DD8A178F}" dt="2026-01-21T13:18:38.627" v="1340" actId="478"/>
          <ac:spMkLst>
            <pc:docMk/>
            <pc:sldMk cId="2252098653" sldId="258"/>
            <ac:spMk id="32" creationId="{61CE7212-A541-1253-1602-F953812A580F}"/>
          </ac:spMkLst>
        </pc:spChg>
        <pc:spChg chg="mod">
          <ac:chgData name="ZZ23 Vogt Simon" userId="282d6585-744c-4be0-a9a6-e05447465a23" providerId="ADAL" clId="{BD9FFA9E-4355-449D-B117-2CE5DD8A178F}" dt="2026-01-21T13:46:26.615" v="2256" actId="207"/>
          <ac:spMkLst>
            <pc:docMk/>
            <pc:sldMk cId="2252098653" sldId="258"/>
            <ac:spMk id="54" creationId="{C20C954B-349F-FBC3-1760-6DDF32DFFF9D}"/>
          </ac:spMkLst>
        </pc:spChg>
        <pc:spChg chg="add mod">
          <ac:chgData name="ZZ23 Vogt Simon" userId="282d6585-744c-4be0-a9a6-e05447465a23" providerId="ADAL" clId="{BD9FFA9E-4355-449D-B117-2CE5DD8A178F}" dt="2026-01-21T13:38:05.905" v="1679" actId="1076"/>
          <ac:spMkLst>
            <pc:docMk/>
            <pc:sldMk cId="2252098653" sldId="258"/>
            <ac:spMk id="55" creationId="{4C9F1DFC-CFBD-20C3-C24B-8265049FCB75}"/>
          </ac:spMkLst>
        </pc:spChg>
        <pc:spChg chg="mod">
          <ac:chgData name="ZZ23 Vogt Simon" userId="282d6585-744c-4be0-a9a6-e05447465a23" providerId="ADAL" clId="{BD9FFA9E-4355-449D-B117-2CE5DD8A178F}" dt="2026-01-21T13:43:38.798" v="2089" actId="1038"/>
          <ac:spMkLst>
            <pc:docMk/>
            <pc:sldMk cId="2252098653" sldId="258"/>
            <ac:spMk id="59" creationId="{D824BC9B-BABC-F875-25B0-89E6055B7C0C}"/>
          </ac:spMkLst>
        </pc:spChg>
        <pc:spChg chg="mod">
          <ac:chgData name="ZZ23 Vogt Simon" userId="282d6585-744c-4be0-a9a6-e05447465a23" providerId="ADAL" clId="{BD9FFA9E-4355-449D-B117-2CE5DD8A178F}" dt="2026-01-21T13:43:38.798" v="2089" actId="1038"/>
          <ac:spMkLst>
            <pc:docMk/>
            <pc:sldMk cId="2252098653" sldId="258"/>
            <ac:spMk id="60" creationId="{B8B33620-1A43-AE00-0F3C-0F26A45575C5}"/>
          </ac:spMkLst>
        </pc:spChg>
        <pc:spChg chg="add mod">
          <ac:chgData name="ZZ23 Vogt Simon" userId="282d6585-744c-4be0-a9a6-e05447465a23" providerId="ADAL" clId="{BD9FFA9E-4355-449D-B117-2CE5DD8A178F}" dt="2026-01-21T13:39:14.350" v="1745" actId="14100"/>
          <ac:spMkLst>
            <pc:docMk/>
            <pc:sldMk cId="2252098653" sldId="258"/>
            <ac:spMk id="62" creationId="{273DB3B1-A1BF-AE36-1D28-B4021E2ABF5E}"/>
          </ac:spMkLst>
        </pc:spChg>
        <pc:spChg chg="add mod">
          <ac:chgData name="ZZ23 Vogt Simon" userId="282d6585-744c-4be0-a9a6-e05447465a23" providerId="ADAL" clId="{BD9FFA9E-4355-449D-B117-2CE5DD8A178F}" dt="2026-01-21T13:40:09.514" v="1810" actId="1076"/>
          <ac:spMkLst>
            <pc:docMk/>
            <pc:sldMk cId="2252098653" sldId="258"/>
            <ac:spMk id="66" creationId="{6D57B5ED-24B8-6372-2F60-771F5B3CF342}"/>
          </ac:spMkLst>
        </pc:spChg>
        <pc:spChg chg="add mod">
          <ac:chgData name="ZZ23 Vogt Simon" userId="282d6585-744c-4be0-a9a6-e05447465a23" providerId="ADAL" clId="{BD9FFA9E-4355-449D-B117-2CE5DD8A178F}" dt="2026-01-21T13:40:35.627" v="1832" actId="1076"/>
          <ac:spMkLst>
            <pc:docMk/>
            <pc:sldMk cId="2252098653" sldId="258"/>
            <ac:spMk id="67" creationId="{D65B0AA3-91C2-169A-6539-E5492A4EEB47}"/>
          </ac:spMkLst>
        </pc:spChg>
        <pc:spChg chg="add mod">
          <ac:chgData name="ZZ23 Vogt Simon" userId="282d6585-744c-4be0-a9a6-e05447465a23" providerId="ADAL" clId="{BD9FFA9E-4355-449D-B117-2CE5DD8A178F}" dt="2026-01-21T13:41:10.496" v="1899" actId="1076"/>
          <ac:spMkLst>
            <pc:docMk/>
            <pc:sldMk cId="2252098653" sldId="258"/>
            <ac:spMk id="68" creationId="{1CDBF5F1-1ACC-E89A-C1B7-C860214380EA}"/>
          </ac:spMkLst>
        </pc:spChg>
        <pc:spChg chg="add mod">
          <ac:chgData name="ZZ23 Vogt Simon" userId="282d6585-744c-4be0-a9a6-e05447465a23" providerId="ADAL" clId="{BD9FFA9E-4355-449D-B117-2CE5DD8A178F}" dt="2026-01-21T13:43:26.488" v="1995" actId="1076"/>
          <ac:spMkLst>
            <pc:docMk/>
            <pc:sldMk cId="2252098653" sldId="258"/>
            <ac:spMk id="69" creationId="{45996462-0F79-538C-8F94-30656DBC4C99}"/>
          </ac:spMkLst>
        </pc:spChg>
        <pc:spChg chg="add mod">
          <ac:chgData name="ZZ23 Vogt Simon" userId="282d6585-744c-4be0-a9a6-e05447465a23" providerId="ADAL" clId="{BD9FFA9E-4355-449D-B117-2CE5DD8A178F}" dt="2026-01-21T13:44:30.658" v="2171" actId="20577"/>
          <ac:spMkLst>
            <pc:docMk/>
            <pc:sldMk cId="2252098653" sldId="258"/>
            <ac:spMk id="70" creationId="{CE25878B-A9C3-8307-B219-84177ED60E36}"/>
          </ac:spMkLst>
        </pc:spChg>
        <pc:spChg chg="add mod">
          <ac:chgData name="ZZ23 Vogt Simon" userId="282d6585-744c-4be0-a9a6-e05447465a23" providerId="ADAL" clId="{BD9FFA9E-4355-449D-B117-2CE5DD8A178F}" dt="2026-01-21T13:44:23.654" v="2170" actId="403"/>
          <ac:spMkLst>
            <pc:docMk/>
            <pc:sldMk cId="2252098653" sldId="258"/>
            <ac:spMk id="71" creationId="{39DD4B0A-B039-48FA-7AF6-E23DC15E3527}"/>
          </ac:spMkLst>
        </pc:spChg>
        <pc:spChg chg="add mod">
          <ac:chgData name="ZZ23 Vogt Simon" userId="282d6585-744c-4be0-a9a6-e05447465a23" providerId="ADAL" clId="{BD9FFA9E-4355-449D-B117-2CE5DD8A178F}" dt="2026-01-21T13:46:52.188" v="2267" actId="1038"/>
          <ac:spMkLst>
            <pc:docMk/>
            <pc:sldMk cId="2252098653" sldId="258"/>
            <ac:spMk id="72" creationId="{44DBD98F-9AFB-F4DB-F4D1-63A5EC55E6F9}"/>
          </ac:spMkLst>
        </pc:spChg>
        <pc:spChg chg="add mod">
          <ac:chgData name="ZZ23 Vogt Simon" userId="282d6585-744c-4be0-a9a6-e05447465a23" providerId="ADAL" clId="{BD9FFA9E-4355-449D-B117-2CE5DD8A178F}" dt="2026-01-21T13:48:20.615" v="2344" actId="20577"/>
          <ac:spMkLst>
            <pc:docMk/>
            <pc:sldMk cId="2252098653" sldId="258"/>
            <ac:spMk id="73" creationId="{078515D8-88BB-8C5A-934B-66E26FEF1A35}"/>
          </ac:spMkLst>
        </pc:spChg>
        <pc:spChg chg="add mod">
          <ac:chgData name="ZZ23 Vogt Simon" userId="282d6585-744c-4be0-a9a6-e05447465a23" providerId="ADAL" clId="{BD9FFA9E-4355-449D-B117-2CE5DD8A178F}" dt="2026-01-21T13:52:23.915" v="2471" actId="1037"/>
          <ac:spMkLst>
            <pc:docMk/>
            <pc:sldMk cId="2252098653" sldId="258"/>
            <ac:spMk id="74" creationId="{A3CBFF44-9C4C-4C29-2A40-C445F78E3914}"/>
          </ac:spMkLst>
        </pc:spChg>
        <pc:spChg chg="add mod">
          <ac:chgData name="ZZ23 Vogt Simon" userId="282d6585-744c-4be0-a9a6-e05447465a23" providerId="ADAL" clId="{BD9FFA9E-4355-449D-B117-2CE5DD8A178F}" dt="2026-01-21T13:56:04.209" v="2618" actId="20577"/>
          <ac:spMkLst>
            <pc:docMk/>
            <pc:sldMk cId="2252098653" sldId="258"/>
            <ac:spMk id="75" creationId="{D2DCED89-D17E-427E-7764-7C70DEF8B120}"/>
          </ac:spMkLst>
        </pc:spChg>
      </pc:sldChg>
      <pc:sldChg chg="addSp modSp mod">
        <pc:chgData name="ZZ23 Vogt Simon" userId="282d6585-744c-4be0-a9a6-e05447465a23" providerId="ADAL" clId="{BD9FFA9E-4355-449D-B117-2CE5DD8A178F}" dt="2026-01-21T13:59:20.166" v="2781" actId="20577"/>
        <pc:sldMkLst>
          <pc:docMk/>
          <pc:sldMk cId="1038384429" sldId="259"/>
        </pc:sldMkLst>
        <pc:spChg chg="add mod">
          <ac:chgData name="ZZ23 Vogt Simon" userId="282d6585-744c-4be0-a9a6-e05447465a23" providerId="ADAL" clId="{BD9FFA9E-4355-449D-B117-2CE5DD8A178F}" dt="2026-01-21T13:59:20.166" v="2781" actId="20577"/>
          <ac:spMkLst>
            <pc:docMk/>
            <pc:sldMk cId="1038384429" sldId="259"/>
            <ac:spMk id="18" creationId="{A367BAD7-9BA3-5F02-F6E8-9649CAEF38CE}"/>
          </ac:spMkLst>
        </pc:spChg>
      </pc:sldChg>
      <pc:sldChg chg="addSp modSp mod">
        <pc:chgData name="ZZ23 Vogt Simon" userId="282d6585-744c-4be0-a9a6-e05447465a23" providerId="ADAL" clId="{BD9FFA9E-4355-449D-B117-2CE5DD8A178F}" dt="2026-01-21T13:36:18.092" v="1624" actId="20577"/>
        <pc:sldMkLst>
          <pc:docMk/>
          <pc:sldMk cId="567844823" sldId="260"/>
        </pc:sldMkLst>
        <pc:spChg chg="add mod">
          <ac:chgData name="ZZ23 Vogt Simon" userId="282d6585-744c-4be0-a9a6-e05447465a23" providerId="ADAL" clId="{BD9FFA9E-4355-449D-B117-2CE5DD8A178F}" dt="2026-01-21T13:32:01.962" v="1555" actId="1076"/>
          <ac:spMkLst>
            <pc:docMk/>
            <pc:sldMk cId="567844823" sldId="260"/>
            <ac:spMk id="9" creationId="{7459A99F-685C-E01F-C330-92B80EF863B9}"/>
          </ac:spMkLst>
        </pc:spChg>
        <pc:spChg chg="add mod">
          <ac:chgData name="ZZ23 Vogt Simon" userId="282d6585-744c-4be0-a9a6-e05447465a23" providerId="ADAL" clId="{BD9FFA9E-4355-449D-B117-2CE5DD8A178F}" dt="2026-01-21T13:36:18.092" v="1624" actId="20577"/>
          <ac:spMkLst>
            <pc:docMk/>
            <pc:sldMk cId="567844823" sldId="260"/>
            <ac:spMk id="23" creationId="{A6FBE1C6-5B74-A206-9D43-F06B97A7058E}"/>
          </ac:spMkLst>
        </pc:spChg>
        <pc:spChg chg="add mod">
          <ac:chgData name="ZZ23 Vogt Simon" userId="282d6585-744c-4be0-a9a6-e05447465a23" providerId="ADAL" clId="{BD9FFA9E-4355-449D-B117-2CE5DD8A178F}" dt="2026-01-21T13:36:12.049" v="1621" actId="20577"/>
          <ac:spMkLst>
            <pc:docMk/>
            <pc:sldMk cId="567844823" sldId="260"/>
            <ac:spMk id="25" creationId="{DE2CC1DA-BB61-2543-186B-E93967DD54A9}"/>
          </ac:spMkLst>
        </pc:spChg>
      </pc:sldChg>
      <pc:sldChg chg="addSp modSp mod">
        <pc:chgData name="ZZ23 Vogt Simon" userId="282d6585-744c-4be0-a9a6-e05447465a23" providerId="ADAL" clId="{BD9FFA9E-4355-449D-B117-2CE5DD8A178F}" dt="2026-01-21T13:04:35.962" v="926" actId="1038"/>
        <pc:sldMkLst>
          <pc:docMk/>
          <pc:sldMk cId="130138093" sldId="261"/>
        </pc:sldMkLst>
        <pc:spChg chg="mod">
          <ac:chgData name="ZZ23 Vogt Simon" userId="282d6585-744c-4be0-a9a6-e05447465a23" providerId="ADAL" clId="{BD9FFA9E-4355-449D-B117-2CE5DD8A178F}" dt="2026-01-21T13:03:26.743" v="861" actId="14100"/>
          <ac:spMkLst>
            <pc:docMk/>
            <pc:sldMk cId="130138093" sldId="261"/>
            <ac:spMk id="2" creationId="{90CDE494-91A8-2622-EED0-5355C4C7611E}"/>
          </ac:spMkLst>
        </pc:spChg>
        <pc:spChg chg="mod">
          <ac:chgData name="ZZ23 Vogt Simon" userId="282d6585-744c-4be0-a9a6-e05447465a23" providerId="ADAL" clId="{BD9FFA9E-4355-449D-B117-2CE5DD8A178F}" dt="2026-01-21T13:03:51.448" v="883" actId="1076"/>
          <ac:spMkLst>
            <pc:docMk/>
            <pc:sldMk cId="130138093" sldId="261"/>
            <ac:spMk id="5" creationId="{2FFF4ACD-8898-66AB-2DA3-C33EA2DE80AE}"/>
          </ac:spMkLst>
        </pc:spChg>
        <pc:spChg chg="add mod">
          <ac:chgData name="ZZ23 Vogt Simon" userId="282d6585-744c-4be0-a9a6-e05447465a23" providerId="ADAL" clId="{BD9FFA9E-4355-449D-B117-2CE5DD8A178F}" dt="2026-01-21T13:04:02.887" v="885" actId="404"/>
          <ac:spMkLst>
            <pc:docMk/>
            <pc:sldMk cId="130138093" sldId="261"/>
            <ac:spMk id="7" creationId="{8FA97831-3DCF-8AA0-4139-7942909923CA}"/>
          </ac:spMkLst>
        </pc:spChg>
        <pc:spChg chg="add mod">
          <ac:chgData name="ZZ23 Vogt Simon" userId="282d6585-744c-4be0-a9a6-e05447465a23" providerId="ADAL" clId="{BD9FFA9E-4355-449D-B117-2CE5DD8A178F}" dt="2026-01-21T13:04:35.962" v="926" actId="1038"/>
          <ac:spMkLst>
            <pc:docMk/>
            <pc:sldMk cId="130138093" sldId="261"/>
            <ac:spMk id="8" creationId="{60331794-7643-3798-F785-432710AF73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40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261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29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99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41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542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06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818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645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91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849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885A93E-C10A-4E5C-94A1-26E6B84057A3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AAC3984-930F-4D13-B832-8353F54B3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8364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8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hteck: abgerundete Ecken 121">
            <a:extLst>
              <a:ext uri="{FF2B5EF4-FFF2-40B4-BE49-F238E27FC236}">
                <a16:creationId xmlns:a16="http://schemas.microsoft.com/office/drawing/2014/main" id="{33EBD43C-757B-AFD5-069D-02719C437297}"/>
              </a:ext>
            </a:extLst>
          </p:cNvPr>
          <p:cNvSpPr/>
          <p:nvPr/>
        </p:nvSpPr>
        <p:spPr>
          <a:xfrm>
            <a:off x="5649681" y="4067264"/>
            <a:ext cx="1219204" cy="348341"/>
          </a:xfrm>
          <a:prstGeom prst="round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latin typeface="Consolas" panose="020B0609020204030204" pitchFamily="49" charset="0"/>
              </a:rPr>
              <a:t>Rules</a:t>
            </a:r>
            <a:endParaRPr lang="de-DE" sz="4800" dirty="0">
              <a:latin typeface="Consolas" panose="020B0609020204030204" pitchFamily="49" charset="0"/>
            </a:endParaRPr>
          </a:p>
        </p:txBody>
      </p:sp>
      <p:sp>
        <p:nvSpPr>
          <p:cNvPr id="120" name="Rechteck: abgerundete Ecken 119">
            <a:extLst>
              <a:ext uri="{FF2B5EF4-FFF2-40B4-BE49-F238E27FC236}">
                <a16:creationId xmlns:a16="http://schemas.microsoft.com/office/drawing/2014/main" id="{522AB640-B154-85F9-C4D1-425CAD7DC055}"/>
              </a:ext>
            </a:extLst>
          </p:cNvPr>
          <p:cNvSpPr/>
          <p:nvPr/>
        </p:nvSpPr>
        <p:spPr>
          <a:xfrm>
            <a:off x="4822370" y="2966357"/>
            <a:ext cx="2873829" cy="1121227"/>
          </a:xfrm>
          <a:prstGeom prst="round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dirty="0">
                <a:latin typeface="Consolas" panose="020B0609020204030204" pitchFamily="49" charset="0"/>
              </a:rPr>
              <a:t>Play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12675362-A1C7-0CE9-0B4A-104606B0D97C}"/>
              </a:ext>
            </a:extLst>
          </p:cNvPr>
          <p:cNvSpPr/>
          <p:nvPr/>
        </p:nvSpPr>
        <p:spPr>
          <a:xfrm>
            <a:off x="3864427" y="5575247"/>
            <a:ext cx="2286002" cy="582386"/>
          </a:xfrm>
          <a:prstGeom prst="round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latin typeface="Consolas" panose="020B0609020204030204" pitchFamily="49" charset="0"/>
              </a:rPr>
              <a:t>Watch Replay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6D5239D-31F1-E237-6E6C-DF1B12D83F22}"/>
              </a:ext>
            </a:extLst>
          </p:cNvPr>
          <p:cNvSpPr/>
          <p:nvPr/>
        </p:nvSpPr>
        <p:spPr>
          <a:xfrm>
            <a:off x="6281049" y="5575247"/>
            <a:ext cx="2286002" cy="582386"/>
          </a:xfrm>
          <a:prstGeom prst="round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latin typeface="Consolas" panose="020B0609020204030204" pitchFamily="49" charset="0"/>
              </a:rPr>
              <a:t>Shop</a:t>
            </a:r>
            <a:endParaRPr lang="de-DE" sz="2800" dirty="0">
              <a:latin typeface="Consolas" panose="020B0609020204030204" pitchFamily="49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723975F-35FF-16B5-800B-E12C21CBF73D}"/>
              </a:ext>
            </a:extLst>
          </p:cNvPr>
          <p:cNvSpPr txBox="1"/>
          <p:nvPr/>
        </p:nvSpPr>
        <p:spPr>
          <a:xfrm>
            <a:off x="9809575" y="1071269"/>
            <a:ext cx="118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&lt;- Titel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E78FD4B-9AF6-4948-24E4-AFD725742342}"/>
              </a:ext>
            </a:extLst>
          </p:cNvPr>
          <p:cNvSpPr txBox="1"/>
          <p:nvPr/>
        </p:nvSpPr>
        <p:spPr>
          <a:xfrm>
            <a:off x="7795591" y="2966357"/>
            <a:ext cx="2988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&lt;- bei klick </a:t>
            </a:r>
            <a:r>
              <a:rPr lang="de-DE" dirty="0" err="1">
                <a:solidFill>
                  <a:srgbClr val="002060"/>
                </a:solidFill>
              </a:rPr>
              <a:t>weiterleitung</a:t>
            </a:r>
            <a:r>
              <a:rPr lang="de-DE" dirty="0">
                <a:solidFill>
                  <a:srgbClr val="002060"/>
                </a:solidFill>
              </a:rPr>
              <a:t> in eine </a:t>
            </a:r>
            <a:r>
              <a:rPr lang="de-DE" dirty="0" err="1">
                <a:solidFill>
                  <a:srgbClr val="002060"/>
                </a:solidFill>
              </a:rPr>
              <a:t>lobby</a:t>
            </a:r>
            <a:endParaRPr lang="de-DE" dirty="0">
              <a:solidFill>
                <a:srgbClr val="002060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120982D-D78C-1493-6381-E828DD01AA41}"/>
              </a:ext>
            </a:extLst>
          </p:cNvPr>
          <p:cNvSpPr txBox="1"/>
          <p:nvPr/>
        </p:nvSpPr>
        <p:spPr>
          <a:xfrm>
            <a:off x="7051101" y="4176799"/>
            <a:ext cx="2988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&lt;- öffnet ein </a:t>
            </a:r>
            <a:r>
              <a:rPr lang="de-DE" dirty="0" err="1">
                <a:solidFill>
                  <a:srgbClr val="002060"/>
                </a:solidFill>
              </a:rPr>
              <a:t>pop-up</a:t>
            </a:r>
            <a:r>
              <a:rPr lang="de-DE" dirty="0">
                <a:solidFill>
                  <a:srgbClr val="002060"/>
                </a:solidFill>
              </a:rPr>
              <a:t> </a:t>
            </a:r>
            <a:r>
              <a:rPr lang="de-DE" dirty="0" err="1">
                <a:solidFill>
                  <a:srgbClr val="002060"/>
                </a:solidFill>
              </a:rPr>
              <a:t>fenster</a:t>
            </a:r>
            <a:r>
              <a:rPr lang="de-DE" dirty="0">
                <a:solidFill>
                  <a:srgbClr val="002060"/>
                </a:solidFill>
              </a:rPr>
              <a:t>, was nur die regeln erklärt (Seite 2)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ECF2191-EACE-8EE8-6A0F-BA0DBA8E0DF3}"/>
              </a:ext>
            </a:extLst>
          </p:cNvPr>
          <p:cNvSpPr txBox="1"/>
          <p:nvPr/>
        </p:nvSpPr>
        <p:spPr>
          <a:xfrm>
            <a:off x="8698396" y="5646367"/>
            <a:ext cx="340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&lt;- öffnet ein </a:t>
            </a:r>
            <a:r>
              <a:rPr lang="de-DE" dirty="0" err="1">
                <a:solidFill>
                  <a:srgbClr val="002060"/>
                </a:solidFill>
              </a:rPr>
              <a:t>pop-up</a:t>
            </a:r>
            <a:r>
              <a:rPr lang="de-DE" dirty="0">
                <a:solidFill>
                  <a:srgbClr val="002060"/>
                </a:solidFill>
              </a:rPr>
              <a:t> </a:t>
            </a:r>
            <a:r>
              <a:rPr lang="de-DE" dirty="0" err="1">
                <a:solidFill>
                  <a:srgbClr val="002060"/>
                </a:solidFill>
              </a:rPr>
              <a:t>fenster</a:t>
            </a:r>
            <a:r>
              <a:rPr lang="de-DE" dirty="0">
                <a:solidFill>
                  <a:srgbClr val="002060"/>
                </a:solidFill>
              </a:rPr>
              <a:t> zum item </a:t>
            </a:r>
            <a:r>
              <a:rPr lang="de-DE" dirty="0" err="1">
                <a:solidFill>
                  <a:srgbClr val="002060"/>
                </a:solidFill>
              </a:rPr>
              <a:t>shop</a:t>
            </a:r>
            <a:r>
              <a:rPr lang="de-DE" dirty="0">
                <a:solidFill>
                  <a:srgbClr val="002060"/>
                </a:solidFill>
              </a:rPr>
              <a:t> (Seite 3)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2FD847E-22B7-682A-032E-2043ADE143B4}"/>
              </a:ext>
            </a:extLst>
          </p:cNvPr>
          <p:cNvSpPr txBox="1"/>
          <p:nvPr/>
        </p:nvSpPr>
        <p:spPr>
          <a:xfrm>
            <a:off x="524831" y="4975082"/>
            <a:ext cx="3405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Öffnet ein </a:t>
            </a:r>
            <a:r>
              <a:rPr lang="de-DE" dirty="0" err="1">
                <a:solidFill>
                  <a:srgbClr val="002060"/>
                </a:solidFill>
              </a:rPr>
              <a:t>pop-up</a:t>
            </a:r>
            <a:r>
              <a:rPr lang="de-DE" dirty="0">
                <a:solidFill>
                  <a:srgbClr val="002060"/>
                </a:solidFill>
              </a:rPr>
              <a:t> </a:t>
            </a:r>
            <a:r>
              <a:rPr lang="de-DE" dirty="0" err="1">
                <a:solidFill>
                  <a:srgbClr val="002060"/>
                </a:solidFill>
              </a:rPr>
              <a:t>fenster</a:t>
            </a:r>
            <a:r>
              <a:rPr lang="de-DE" dirty="0">
                <a:solidFill>
                  <a:srgbClr val="002060"/>
                </a:solidFill>
              </a:rPr>
              <a:t>, indem man vergangene spiele sich nochmal anschauen kann, importieren oder exportieren -&gt;</a:t>
            </a:r>
          </a:p>
        </p:txBody>
      </p:sp>
      <p:pic>
        <p:nvPicPr>
          <p:cNvPr id="1026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<a:extLst>
              <a:ext uri="{FF2B5EF4-FFF2-40B4-BE49-F238E27FC236}">
                <a16:creationId xmlns:a16="http://schemas.microsoft.com/office/drawing/2014/main" id="{D8D4E75B-06C3-B40D-56DA-EF4C0D655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049" y="1013434"/>
            <a:ext cx="892135" cy="89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<a:extLst>
              <a:ext uri="{FF2B5EF4-FFF2-40B4-BE49-F238E27FC236}">
                <a16:creationId xmlns:a16="http://schemas.microsoft.com/office/drawing/2014/main" id="{62C71E5C-EF2A-3BA0-1072-251D1E6CB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873" y="1013436"/>
            <a:ext cx="892135" cy="89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50" name="Gruppieren 1149">
            <a:extLst>
              <a:ext uri="{FF2B5EF4-FFF2-40B4-BE49-F238E27FC236}">
                <a16:creationId xmlns:a16="http://schemas.microsoft.com/office/drawing/2014/main" id="{8A9FCF1A-F6BF-8A73-DB94-72DC90A80C9C}"/>
              </a:ext>
            </a:extLst>
          </p:cNvPr>
          <p:cNvGrpSpPr/>
          <p:nvPr/>
        </p:nvGrpSpPr>
        <p:grpSpPr>
          <a:xfrm>
            <a:off x="3740401" y="881775"/>
            <a:ext cx="5040000" cy="1080000"/>
            <a:chOff x="3740401" y="881775"/>
            <a:chExt cx="5040000" cy="1080000"/>
          </a:xfrm>
        </p:grpSpPr>
        <p:sp>
          <p:nvSpPr>
            <p:cNvPr id="1112" name="Rechteck 1111">
              <a:extLst>
                <a:ext uri="{FF2B5EF4-FFF2-40B4-BE49-F238E27FC236}">
                  <a16:creationId xmlns:a16="http://schemas.microsoft.com/office/drawing/2014/main" id="{EBCA12A0-B94D-99F6-343D-9C01B1F4C99F}"/>
                </a:ext>
              </a:extLst>
            </p:cNvPr>
            <p:cNvSpPr/>
            <p:nvPr/>
          </p:nvSpPr>
          <p:spPr>
            <a:xfrm>
              <a:off x="3749945" y="89126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14" name="Rechteck 1113">
              <a:extLst>
                <a:ext uri="{FF2B5EF4-FFF2-40B4-BE49-F238E27FC236}">
                  <a16:creationId xmlns:a16="http://schemas.microsoft.com/office/drawing/2014/main" id="{7DA1CCCC-EA16-E4F5-9211-C7526BA71DED}"/>
                </a:ext>
              </a:extLst>
            </p:cNvPr>
            <p:cNvSpPr/>
            <p:nvPr/>
          </p:nvSpPr>
          <p:spPr>
            <a:xfrm>
              <a:off x="3749945" y="1590015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15" name="Rechteck 1114">
              <a:extLst>
                <a:ext uri="{FF2B5EF4-FFF2-40B4-BE49-F238E27FC236}">
                  <a16:creationId xmlns:a16="http://schemas.microsoft.com/office/drawing/2014/main" id="{085D8308-54C4-F706-1CC9-6CBFFC55CE78}"/>
                </a:ext>
              </a:extLst>
            </p:cNvPr>
            <p:cNvSpPr/>
            <p:nvPr/>
          </p:nvSpPr>
          <p:spPr>
            <a:xfrm>
              <a:off x="4102312" y="1243182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16" name="Rechteck 1115">
              <a:extLst>
                <a:ext uri="{FF2B5EF4-FFF2-40B4-BE49-F238E27FC236}">
                  <a16:creationId xmlns:a16="http://schemas.microsoft.com/office/drawing/2014/main" id="{0802FC75-AE68-B098-1B00-22F5DBFC4CE2}"/>
                </a:ext>
              </a:extLst>
            </p:cNvPr>
            <p:cNvSpPr/>
            <p:nvPr/>
          </p:nvSpPr>
          <p:spPr>
            <a:xfrm>
              <a:off x="4454692" y="89126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20" name="Rechteck 1119">
              <a:extLst>
                <a:ext uri="{FF2B5EF4-FFF2-40B4-BE49-F238E27FC236}">
                  <a16:creationId xmlns:a16="http://schemas.microsoft.com/office/drawing/2014/main" id="{C4E93A19-F1EE-76AE-5672-C9ACF91C8B78}"/>
                </a:ext>
              </a:extLst>
            </p:cNvPr>
            <p:cNvSpPr/>
            <p:nvPr/>
          </p:nvSpPr>
          <p:spPr>
            <a:xfrm>
              <a:off x="4451523" y="1590015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22" name="Rechteck 1121">
              <a:extLst>
                <a:ext uri="{FF2B5EF4-FFF2-40B4-BE49-F238E27FC236}">
                  <a16:creationId xmlns:a16="http://schemas.microsoft.com/office/drawing/2014/main" id="{30CC493D-F9A5-000E-878E-2CD4DADDAD95}"/>
                </a:ext>
              </a:extLst>
            </p:cNvPr>
            <p:cNvSpPr/>
            <p:nvPr/>
          </p:nvSpPr>
          <p:spPr>
            <a:xfrm>
              <a:off x="5174666" y="89126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24" name="Rechteck 1123">
              <a:extLst>
                <a:ext uri="{FF2B5EF4-FFF2-40B4-BE49-F238E27FC236}">
                  <a16:creationId xmlns:a16="http://schemas.microsoft.com/office/drawing/2014/main" id="{0C9F1898-C235-4186-41AA-0811DCB87CC8}"/>
                </a:ext>
              </a:extLst>
            </p:cNvPr>
            <p:cNvSpPr/>
            <p:nvPr/>
          </p:nvSpPr>
          <p:spPr>
            <a:xfrm>
              <a:off x="5894640" y="89126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26" name="Rechteck 1125">
              <a:extLst>
                <a:ext uri="{FF2B5EF4-FFF2-40B4-BE49-F238E27FC236}">
                  <a16:creationId xmlns:a16="http://schemas.microsoft.com/office/drawing/2014/main" id="{54E1CDD6-2F6C-4CBD-1F1F-DDFE1C6A0C08}"/>
                </a:ext>
              </a:extLst>
            </p:cNvPr>
            <p:cNvSpPr/>
            <p:nvPr/>
          </p:nvSpPr>
          <p:spPr>
            <a:xfrm>
              <a:off x="6614614" y="89126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28" name="Rechteck 1127">
              <a:extLst>
                <a:ext uri="{FF2B5EF4-FFF2-40B4-BE49-F238E27FC236}">
                  <a16:creationId xmlns:a16="http://schemas.microsoft.com/office/drawing/2014/main" id="{B6D40347-9233-A4EA-0FBF-590FB5105720}"/>
                </a:ext>
              </a:extLst>
            </p:cNvPr>
            <p:cNvSpPr/>
            <p:nvPr/>
          </p:nvSpPr>
          <p:spPr>
            <a:xfrm>
              <a:off x="7334588" y="89126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30" name="Rechteck 1129">
              <a:extLst>
                <a:ext uri="{FF2B5EF4-FFF2-40B4-BE49-F238E27FC236}">
                  <a16:creationId xmlns:a16="http://schemas.microsoft.com/office/drawing/2014/main" id="{CA848224-54AE-1BE3-3846-D628A107B98B}"/>
                </a:ext>
              </a:extLst>
            </p:cNvPr>
            <p:cNvSpPr/>
            <p:nvPr/>
          </p:nvSpPr>
          <p:spPr>
            <a:xfrm>
              <a:off x="8054562" y="89126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34" name="Rechteck 1133">
              <a:extLst>
                <a:ext uri="{FF2B5EF4-FFF2-40B4-BE49-F238E27FC236}">
                  <a16:creationId xmlns:a16="http://schemas.microsoft.com/office/drawing/2014/main" id="{DAD1E16C-5908-E97C-48DC-19B325D4AAA6}"/>
                </a:ext>
              </a:extLst>
            </p:cNvPr>
            <p:cNvSpPr/>
            <p:nvPr/>
          </p:nvSpPr>
          <p:spPr>
            <a:xfrm>
              <a:off x="5171523" y="1590015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36" name="Rechteck 1135">
              <a:extLst>
                <a:ext uri="{FF2B5EF4-FFF2-40B4-BE49-F238E27FC236}">
                  <a16:creationId xmlns:a16="http://schemas.microsoft.com/office/drawing/2014/main" id="{B931360D-8C7A-4EAA-DEC4-45187E10CF03}"/>
                </a:ext>
              </a:extLst>
            </p:cNvPr>
            <p:cNvSpPr/>
            <p:nvPr/>
          </p:nvSpPr>
          <p:spPr>
            <a:xfrm>
              <a:off x="5891523" y="1590015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38" name="Rechteck 1137">
              <a:extLst>
                <a:ext uri="{FF2B5EF4-FFF2-40B4-BE49-F238E27FC236}">
                  <a16:creationId xmlns:a16="http://schemas.microsoft.com/office/drawing/2014/main" id="{F14C9806-F2AA-42A8-3E0D-95F606517FFB}"/>
                </a:ext>
              </a:extLst>
            </p:cNvPr>
            <p:cNvSpPr/>
            <p:nvPr/>
          </p:nvSpPr>
          <p:spPr>
            <a:xfrm>
              <a:off x="6611523" y="1590015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40" name="Rechteck 1139">
              <a:extLst>
                <a:ext uri="{FF2B5EF4-FFF2-40B4-BE49-F238E27FC236}">
                  <a16:creationId xmlns:a16="http://schemas.microsoft.com/office/drawing/2014/main" id="{12015A1F-2459-37CF-3DEC-20159E73A4E6}"/>
                </a:ext>
              </a:extLst>
            </p:cNvPr>
            <p:cNvSpPr/>
            <p:nvPr/>
          </p:nvSpPr>
          <p:spPr>
            <a:xfrm>
              <a:off x="7331523" y="1590015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42" name="Rechteck 1141">
              <a:extLst>
                <a:ext uri="{FF2B5EF4-FFF2-40B4-BE49-F238E27FC236}">
                  <a16:creationId xmlns:a16="http://schemas.microsoft.com/office/drawing/2014/main" id="{6DBE0104-70A4-660A-005B-4E0FA35DBF8B}"/>
                </a:ext>
              </a:extLst>
            </p:cNvPr>
            <p:cNvSpPr/>
            <p:nvPr/>
          </p:nvSpPr>
          <p:spPr>
            <a:xfrm>
              <a:off x="8051523" y="1590015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44" name="Rechteck 1143">
              <a:extLst>
                <a:ext uri="{FF2B5EF4-FFF2-40B4-BE49-F238E27FC236}">
                  <a16:creationId xmlns:a16="http://schemas.microsoft.com/office/drawing/2014/main" id="{0BE93317-42A1-062E-AE3E-55E6815BBF03}"/>
                </a:ext>
              </a:extLst>
            </p:cNvPr>
            <p:cNvSpPr/>
            <p:nvPr/>
          </p:nvSpPr>
          <p:spPr>
            <a:xfrm>
              <a:off x="4811497" y="1243182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45" name="Rechteck 1144">
              <a:extLst>
                <a:ext uri="{FF2B5EF4-FFF2-40B4-BE49-F238E27FC236}">
                  <a16:creationId xmlns:a16="http://schemas.microsoft.com/office/drawing/2014/main" id="{A1DC56C6-4F5A-4F7D-D1E7-B920706336DC}"/>
                </a:ext>
              </a:extLst>
            </p:cNvPr>
            <p:cNvSpPr/>
            <p:nvPr/>
          </p:nvSpPr>
          <p:spPr>
            <a:xfrm>
              <a:off x="5528801" y="1241775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46" name="Rechteck 1145">
              <a:extLst>
                <a:ext uri="{FF2B5EF4-FFF2-40B4-BE49-F238E27FC236}">
                  <a16:creationId xmlns:a16="http://schemas.microsoft.com/office/drawing/2014/main" id="{0E338CB3-55A9-0177-665B-06F1B76EBC0B}"/>
                </a:ext>
              </a:extLst>
            </p:cNvPr>
            <p:cNvSpPr/>
            <p:nvPr/>
          </p:nvSpPr>
          <p:spPr>
            <a:xfrm>
              <a:off x="6246105" y="1240368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47" name="Rechteck 1146">
              <a:extLst>
                <a:ext uri="{FF2B5EF4-FFF2-40B4-BE49-F238E27FC236}">
                  <a16:creationId xmlns:a16="http://schemas.microsoft.com/office/drawing/2014/main" id="{D4F48849-200D-5DFB-10ED-B13F46837CC4}"/>
                </a:ext>
              </a:extLst>
            </p:cNvPr>
            <p:cNvSpPr/>
            <p:nvPr/>
          </p:nvSpPr>
          <p:spPr>
            <a:xfrm>
              <a:off x="6973569" y="1238961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48" name="Rechteck 1147">
              <a:extLst>
                <a:ext uri="{FF2B5EF4-FFF2-40B4-BE49-F238E27FC236}">
                  <a16:creationId xmlns:a16="http://schemas.microsoft.com/office/drawing/2014/main" id="{EA82B75E-3A90-234F-2D34-86F03F0F50D6}"/>
                </a:ext>
              </a:extLst>
            </p:cNvPr>
            <p:cNvSpPr/>
            <p:nvPr/>
          </p:nvSpPr>
          <p:spPr>
            <a:xfrm>
              <a:off x="7693413" y="1242634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49" name="Rechteck 1148">
              <a:extLst>
                <a:ext uri="{FF2B5EF4-FFF2-40B4-BE49-F238E27FC236}">
                  <a16:creationId xmlns:a16="http://schemas.microsoft.com/office/drawing/2014/main" id="{F961352D-7FC7-A97F-91AF-B5B89994AD7A}"/>
                </a:ext>
              </a:extLst>
            </p:cNvPr>
            <p:cNvSpPr/>
            <p:nvPr/>
          </p:nvSpPr>
          <p:spPr>
            <a:xfrm>
              <a:off x="8410717" y="1241227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1" name="Rechteck 120">
              <a:extLst>
                <a:ext uri="{FF2B5EF4-FFF2-40B4-BE49-F238E27FC236}">
                  <a16:creationId xmlns:a16="http://schemas.microsoft.com/office/drawing/2014/main" id="{EBCA7CCD-CDC7-E3AF-7B00-183B34621522}"/>
                </a:ext>
              </a:extLst>
            </p:cNvPr>
            <p:cNvSpPr/>
            <p:nvPr/>
          </p:nvSpPr>
          <p:spPr>
            <a:xfrm>
              <a:off x="3740401" y="881775"/>
              <a:ext cx="5040000" cy="108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6000" dirty="0">
                  <a:latin typeface="Consolas" panose="020B0609020204030204" pitchFamily="49" charset="0"/>
                </a:rPr>
                <a:t>VoltorbFlip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4629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84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1D96C-F474-D6D7-CF0E-CCB258D34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C07F13B-F422-DE15-9390-72853410EDB4}"/>
              </a:ext>
            </a:extLst>
          </p:cNvPr>
          <p:cNvSpPr/>
          <p:nvPr/>
        </p:nvSpPr>
        <p:spPr>
          <a:xfrm>
            <a:off x="9311372" y="3661777"/>
            <a:ext cx="2052000" cy="468000"/>
          </a:xfrm>
          <a:prstGeom prst="round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latin typeface="Consolas" panose="020B0609020204030204" pitchFamily="49" charset="0"/>
              </a:rPr>
              <a:t>Watch Replay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62FD418-6301-0847-DE6A-17229A9C2A18}"/>
              </a:ext>
            </a:extLst>
          </p:cNvPr>
          <p:cNvSpPr/>
          <p:nvPr/>
        </p:nvSpPr>
        <p:spPr>
          <a:xfrm>
            <a:off x="4114800" y="3109840"/>
            <a:ext cx="1981200" cy="380998"/>
          </a:xfrm>
          <a:prstGeom prst="rect">
            <a:avLst/>
          </a:prstGeom>
          <a:solidFill>
            <a:srgbClr val="309F6A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latin typeface="Consolas" panose="020B0609020204030204" pitchFamily="49" charset="0"/>
              </a:rPr>
              <a:t>Player2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12D35DE-11FE-032C-5BE0-8C1C7182F8BD}"/>
              </a:ext>
            </a:extLst>
          </p:cNvPr>
          <p:cNvSpPr/>
          <p:nvPr/>
        </p:nvSpPr>
        <p:spPr>
          <a:xfrm>
            <a:off x="4114800" y="3697669"/>
            <a:ext cx="1981200" cy="380998"/>
          </a:xfrm>
          <a:prstGeom prst="rect">
            <a:avLst/>
          </a:prstGeom>
          <a:solidFill>
            <a:srgbClr val="309F6A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latin typeface="Consolas" panose="020B0609020204030204" pitchFamily="49" charset="0"/>
              </a:rPr>
              <a:t>Player3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49A21CE-F2EA-76B1-D623-2B0D4EF05A6B}"/>
              </a:ext>
            </a:extLst>
          </p:cNvPr>
          <p:cNvSpPr/>
          <p:nvPr/>
        </p:nvSpPr>
        <p:spPr>
          <a:xfrm>
            <a:off x="4114800" y="4285498"/>
            <a:ext cx="1981200" cy="380998"/>
          </a:xfrm>
          <a:prstGeom prst="rect">
            <a:avLst/>
          </a:prstGeom>
          <a:solidFill>
            <a:srgbClr val="309F6A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>
                <a:latin typeface="Consolas" panose="020B0609020204030204" pitchFamily="49" charset="0"/>
              </a:rPr>
              <a:t>Player4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5DD8CA0-6405-5682-0723-637A242B0D0F}"/>
              </a:ext>
            </a:extLst>
          </p:cNvPr>
          <p:cNvSpPr/>
          <p:nvPr/>
        </p:nvSpPr>
        <p:spPr>
          <a:xfrm>
            <a:off x="6433457" y="2505685"/>
            <a:ext cx="1981200" cy="380998"/>
          </a:xfrm>
          <a:prstGeom prst="rect">
            <a:avLst/>
          </a:prstGeom>
          <a:solidFill>
            <a:srgbClr val="309F6A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>
                <a:latin typeface="Consolas" panose="020B0609020204030204" pitchFamily="49" charset="0"/>
              </a:rPr>
              <a:t>Player5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5B77B83-0D21-E65A-2835-27BD56CAC3A2}"/>
              </a:ext>
            </a:extLst>
          </p:cNvPr>
          <p:cNvSpPr/>
          <p:nvPr/>
        </p:nvSpPr>
        <p:spPr>
          <a:xfrm>
            <a:off x="6433457" y="3093514"/>
            <a:ext cx="1981200" cy="380998"/>
          </a:xfrm>
          <a:prstGeom prst="rect">
            <a:avLst/>
          </a:prstGeom>
          <a:solidFill>
            <a:srgbClr val="309F6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latin typeface="Consolas" panose="020B0609020204030204" pitchFamily="49" charset="0"/>
              </a:rPr>
              <a:t>Waiting…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548D50B-594E-24D9-0906-1F86573C1821}"/>
              </a:ext>
            </a:extLst>
          </p:cNvPr>
          <p:cNvSpPr/>
          <p:nvPr/>
        </p:nvSpPr>
        <p:spPr>
          <a:xfrm>
            <a:off x="6433457" y="3681343"/>
            <a:ext cx="1981200" cy="380998"/>
          </a:xfrm>
          <a:prstGeom prst="rect">
            <a:avLst/>
          </a:prstGeom>
          <a:solidFill>
            <a:srgbClr val="309F6A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latin typeface="Consolas" panose="020B0609020204030204" pitchFamily="49" charset="0"/>
              </a:rPr>
              <a:t>Waiting…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BE691F5-9EC0-58D0-08BA-D93A834997E9}"/>
              </a:ext>
            </a:extLst>
          </p:cNvPr>
          <p:cNvSpPr/>
          <p:nvPr/>
        </p:nvSpPr>
        <p:spPr>
          <a:xfrm>
            <a:off x="6433457" y="4269172"/>
            <a:ext cx="1981200" cy="380998"/>
          </a:xfrm>
          <a:prstGeom prst="rect">
            <a:avLst/>
          </a:prstGeom>
          <a:solidFill>
            <a:srgbClr val="309F6A"/>
          </a:solidFill>
          <a:ln w="28575">
            <a:solidFill>
              <a:srgbClr val="41E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latin typeface="Consolas" panose="020B0609020204030204" pitchFamily="49" charset="0"/>
              </a:rPr>
              <a:t>Waiting…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0D05BE1-CF7B-A4D0-5F54-D6336FC51328}"/>
              </a:ext>
            </a:extLst>
          </p:cNvPr>
          <p:cNvSpPr/>
          <p:nvPr/>
        </p:nvSpPr>
        <p:spPr>
          <a:xfrm>
            <a:off x="4114800" y="2505685"/>
            <a:ext cx="1981200" cy="380998"/>
          </a:xfrm>
          <a:prstGeom prst="rect">
            <a:avLst/>
          </a:prstGeom>
          <a:solidFill>
            <a:srgbClr val="309F6A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onsolas" panose="020B0609020204030204" pitchFamily="49" charset="0"/>
              </a:rPr>
              <a:t>Player1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E7DAA2D-E84D-82F2-18B7-EC849FF8F8B4}"/>
              </a:ext>
            </a:extLst>
          </p:cNvPr>
          <p:cNvSpPr/>
          <p:nvPr/>
        </p:nvSpPr>
        <p:spPr>
          <a:xfrm>
            <a:off x="1116137" y="3648001"/>
            <a:ext cx="2052000" cy="468000"/>
          </a:xfrm>
          <a:prstGeom prst="round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err="1">
                <a:latin typeface="Consolas" panose="020B0609020204030204" pitchFamily="49" charset="0"/>
              </a:rPr>
              <a:t>Invite</a:t>
            </a:r>
            <a:r>
              <a:rPr lang="de-DE" sz="2000">
                <a:latin typeface="Consolas" panose="020B0609020204030204" pitchFamily="49" charset="0"/>
              </a:rPr>
              <a:t> Link</a:t>
            </a:r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3F59EA3-0A9F-071F-5234-9AA3F8793D27}"/>
              </a:ext>
            </a:extLst>
          </p:cNvPr>
          <p:cNvSpPr/>
          <p:nvPr/>
        </p:nvSpPr>
        <p:spPr>
          <a:xfrm>
            <a:off x="9311372" y="3022838"/>
            <a:ext cx="2052000" cy="468000"/>
          </a:xfrm>
          <a:prstGeom prst="round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>
                <a:latin typeface="Consolas" panose="020B0609020204030204" pitchFamily="49" charset="0"/>
              </a:rPr>
              <a:t>Shop</a:t>
            </a:r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DE2D1A1-C8CC-C59A-92F5-D9B20A285DE1}"/>
              </a:ext>
            </a:extLst>
          </p:cNvPr>
          <p:cNvSpPr txBox="1"/>
          <p:nvPr/>
        </p:nvSpPr>
        <p:spPr>
          <a:xfrm>
            <a:off x="8447008" y="697551"/>
            <a:ext cx="3405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&lt;- Feld das angibt in wie vielen Sekunden das nächste spiel startet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4E18816-8344-84F5-84DA-7273637AE38C}"/>
              </a:ext>
            </a:extLst>
          </p:cNvPr>
          <p:cNvSpPr txBox="1"/>
          <p:nvPr/>
        </p:nvSpPr>
        <p:spPr>
          <a:xfrm>
            <a:off x="4586899" y="1546873"/>
            <a:ext cx="3405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Anzeige wie viele Spieler sich bis jetzt gefunden haben  |</a:t>
            </a:r>
          </a:p>
          <a:p>
            <a:r>
              <a:rPr lang="de-DE" dirty="0">
                <a:solidFill>
                  <a:srgbClr val="002060"/>
                </a:solidFill>
              </a:rPr>
              <a:t>                                              \/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A2C4B47-32C6-321A-0CE1-103C391998D0}"/>
              </a:ext>
            </a:extLst>
          </p:cNvPr>
          <p:cNvSpPr txBox="1"/>
          <p:nvPr/>
        </p:nvSpPr>
        <p:spPr>
          <a:xfrm>
            <a:off x="8607929" y="2054546"/>
            <a:ext cx="3584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öffnet ein </a:t>
            </a:r>
            <a:r>
              <a:rPr lang="de-DE" dirty="0" err="1">
                <a:solidFill>
                  <a:srgbClr val="002060"/>
                </a:solidFill>
              </a:rPr>
              <a:t>pop-up</a:t>
            </a:r>
            <a:r>
              <a:rPr lang="de-DE" dirty="0">
                <a:solidFill>
                  <a:srgbClr val="002060"/>
                </a:solidFill>
              </a:rPr>
              <a:t> </a:t>
            </a:r>
            <a:r>
              <a:rPr lang="de-DE" dirty="0" err="1">
                <a:solidFill>
                  <a:srgbClr val="002060"/>
                </a:solidFill>
              </a:rPr>
              <a:t>fenster</a:t>
            </a:r>
            <a:r>
              <a:rPr lang="de-DE" dirty="0">
                <a:solidFill>
                  <a:srgbClr val="002060"/>
                </a:solidFill>
              </a:rPr>
              <a:t> zum item </a:t>
            </a:r>
            <a:r>
              <a:rPr lang="de-DE" dirty="0" err="1">
                <a:solidFill>
                  <a:srgbClr val="002060"/>
                </a:solidFill>
              </a:rPr>
              <a:t>shop</a:t>
            </a:r>
            <a:r>
              <a:rPr lang="de-DE" dirty="0">
                <a:solidFill>
                  <a:srgbClr val="002060"/>
                </a:solidFill>
              </a:rPr>
              <a:t> (Seite 3) |</a:t>
            </a:r>
          </a:p>
          <a:p>
            <a:r>
              <a:rPr lang="de-DE" dirty="0">
                <a:solidFill>
                  <a:srgbClr val="002060"/>
                </a:solidFill>
              </a:rPr>
              <a:t>                             \/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38A6326-1516-B227-6CC7-AC8551E70E22}"/>
              </a:ext>
            </a:extLst>
          </p:cNvPr>
          <p:cNvSpPr txBox="1"/>
          <p:nvPr/>
        </p:nvSpPr>
        <p:spPr>
          <a:xfrm>
            <a:off x="8515163" y="4255290"/>
            <a:ext cx="3676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                                  /\</a:t>
            </a:r>
          </a:p>
          <a:p>
            <a:r>
              <a:rPr lang="de-DE" dirty="0">
                <a:solidFill>
                  <a:srgbClr val="002060"/>
                </a:solidFill>
              </a:rPr>
              <a:t>                                   |</a:t>
            </a:r>
          </a:p>
          <a:p>
            <a:r>
              <a:rPr lang="de-DE" dirty="0">
                <a:solidFill>
                  <a:srgbClr val="002060"/>
                </a:solidFill>
              </a:rPr>
              <a:t>Kopiert einen Link, mit dem andere genau dieses Spiel betreten können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A5BC5A-D5A4-B601-E1DE-891E03E5AB4A}"/>
              </a:ext>
            </a:extLst>
          </p:cNvPr>
          <p:cNvSpPr txBox="1"/>
          <p:nvPr/>
        </p:nvSpPr>
        <p:spPr>
          <a:xfrm>
            <a:off x="7074613" y="6465634"/>
            <a:ext cx="3676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Weiterleitung zurück zum Menü -&gt;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33D1934-1FD0-C561-DF60-94DC6B3B98A9}"/>
              </a:ext>
            </a:extLst>
          </p:cNvPr>
          <p:cNvSpPr txBox="1"/>
          <p:nvPr/>
        </p:nvSpPr>
        <p:spPr>
          <a:xfrm>
            <a:off x="559438" y="4285498"/>
            <a:ext cx="34051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                         /\</a:t>
            </a:r>
          </a:p>
          <a:p>
            <a:r>
              <a:rPr lang="de-DE" dirty="0">
                <a:solidFill>
                  <a:srgbClr val="002060"/>
                </a:solidFill>
              </a:rPr>
              <a:t>                          |</a:t>
            </a:r>
          </a:p>
          <a:p>
            <a:r>
              <a:rPr lang="de-DE" dirty="0">
                <a:solidFill>
                  <a:srgbClr val="002060"/>
                </a:solidFill>
              </a:rPr>
              <a:t>Öffnet ein </a:t>
            </a:r>
            <a:r>
              <a:rPr lang="de-DE" dirty="0" err="1">
                <a:solidFill>
                  <a:srgbClr val="002060"/>
                </a:solidFill>
              </a:rPr>
              <a:t>pop-up</a:t>
            </a:r>
            <a:r>
              <a:rPr lang="de-DE" dirty="0">
                <a:solidFill>
                  <a:srgbClr val="002060"/>
                </a:solidFill>
              </a:rPr>
              <a:t> </a:t>
            </a:r>
            <a:r>
              <a:rPr lang="de-DE" dirty="0" err="1">
                <a:solidFill>
                  <a:srgbClr val="002060"/>
                </a:solidFill>
              </a:rPr>
              <a:t>fenster</a:t>
            </a:r>
            <a:r>
              <a:rPr lang="de-DE" dirty="0">
                <a:solidFill>
                  <a:srgbClr val="002060"/>
                </a:solidFill>
              </a:rPr>
              <a:t>, indem man vergangene spiele sich nochmal anschauen kann, importieren oder exportieren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9F8EBB6-2B79-3748-4759-64433123D974}"/>
              </a:ext>
            </a:extLst>
          </p:cNvPr>
          <p:cNvGrpSpPr/>
          <p:nvPr/>
        </p:nvGrpSpPr>
        <p:grpSpPr>
          <a:xfrm>
            <a:off x="4839678" y="639719"/>
            <a:ext cx="2880000" cy="720000"/>
            <a:chOff x="4839678" y="639719"/>
            <a:chExt cx="2880000" cy="7200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C5B1D0F-8425-5120-9BEF-0CC7AA983BFD}"/>
                </a:ext>
              </a:extLst>
            </p:cNvPr>
            <p:cNvSpPr/>
            <p:nvPr/>
          </p:nvSpPr>
          <p:spPr>
            <a:xfrm>
              <a:off x="4849838" y="65114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63647D9-8462-98E1-DAE4-72E06F67537F}"/>
                </a:ext>
              </a:extLst>
            </p:cNvPr>
            <p:cNvSpPr/>
            <p:nvPr/>
          </p:nvSpPr>
          <p:spPr>
            <a:xfrm>
              <a:off x="5569838" y="65114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CB456723-C757-41F7-311C-73BC6EF44AB7}"/>
                </a:ext>
              </a:extLst>
            </p:cNvPr>
            <p:cNvSpPr/>
            <p:nvPr/>
          </p:nvSpPr>
          <p:spPr>
            <a:xfrm>
              <a:off x="6289838" y="65114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5291801F-98BC-2E3F-CDE7-4DEE4F260485}"/>
                </a:ext>
              </a:extLst>
            </p:cNvPr>
            <p:cNvSpPr/>
            <p:nvPr/>
          </p:nvSpPr>
          <p:spPr>
            <a:xfrm>
              <a:off x="7009838" y="65114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F0EC358A-905D-2516-4F59-BA3ECD8B0598}"/>
                </a:ext>
              </a:extLst>
            </p:cNvPr>
            <p:cNvSpPr/>
            <p:nvPr/>
          </p:nvSpPr>
          <p:spPr>
            <a:xfrm>
              <a:off x="5209838" y="992099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3DA31C3F-2315-81F8-D8B4-5AAA1D60450F}"/>
                </a:ext>
              </a:extLst>
            </p:cNvPr>
            <p:cNvSpPr/>
            <p:nvPr/>
          </p:nvSpPr>
          <p:spPr>
            <a:xfrm>
              <a:off x="5929456" y="991648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E8F103B0-C220-9C46-3C4F-D04744BDEE45}"/>
                </a:ext>
              </a:extLst>
            </p:cNvPr>
            <p:cNvSpPr/>
            <p:nvPr/>
          </p:nvSpPr>
          <p:spPr>
            <a:xfrm>
              <a:off x="6649074" y="991197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A6FA934E-DF91-9B18-BA89-D55EC757BEF7}"/>
                </a:ext>
              </a:extLst>
            </p:cNvPr>
            <p:cNvSpPr/>
            <p:nvPr/>
          </p:nvSpPr>
          <p:spPr>
            <a:xfrm>
              <a:off x="7349642" y="986936"/>
              <a:ext cx="360000" cy="360000"/>
            </a:xfrm>
            <a:prstGeom prst="rect">
              <a:avLst/>
            </a:prstGeom>
            <a:solidFill>
              <a:srgbClr val="309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2B4E608C-7C37-9557-AB25-959BC6FEB544}"/>
                </a:ext>
              </a:extLst>
            </p:cNvPr>
            <p:cNvSpPr/>
            <p:nvPr/>
          </p:nvSpPr>
          <p:spPr>
            <a:xfrm>
              <a:off x="4839678" y="639719"/>
              <a:ext cx="2880000" cy="72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dirty="0">
                  <a:latin typeface="Consolas" panose="020B0609020204030204" pitchFamily="49" charset="0"/>
                </a:rPr>
                <a:t>Game starts in 4s</a:t>
              </a:r>
            </a:p>
          </p:txBody>
        </p:sp>
      </p:grpSp>
      <p:pic>
        <p:nvPicPr>
          <p:cNvPr id="15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<a:extLst>
              <a:ext uri="{FF2B5EF4-FFF2-40B4-BE49-F238E27FC236}">
                <a16:creationId xmlns:a16="http://schemas.microsoft.com/office/drawing/2014/main" id="{17E07A17-6A55-C5B0-1FF8-F2DFC86A6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697551"/>
            <a:ext cx="627196" cy="62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<a:extLst>
              <a:ext uri="{FF2B5EF4-FFF2-40B4-BE49-F238E27FC236}">
                <a16:creationId xmlns:a16="http://schemas.microsoft.com/office/drawing/2014/main" id="{8F4856E2-F459-F8D7-F864-59BB9A87A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812" y="673338"/>
            <a:ext cx="627196" cy="62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2112CD28-D1C0-B98C-92B9-7F7EBFAC624F}"/>
              </a:ext>
            </a:extLst>
          </p:cNvPr>
          <p:cNvSpPr/>
          <p:nvPr/>
        </p:nvSpPr>
        <p:spPr>
          <a:xfrm>
            <a:off x="4096512" y="2495204"/>
            <a:ext cx="2016000" cy="416480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EE03CDB-813B-7A3C-CA85-94E8344396DE}"/>
              </a:ext>
            </a:extLst>
          </p:cNvPr>
          <p:cNvSpPr/>
          <p:nvPr/>
        </p:nvSpPr>
        <p:spPr>
          <a:xfrm>
            <a:off x="4096512" y="3087322"/>
            <a:ext cx="2016000" cy="416480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C1BE24B-DF99-2BD5-B633-8C085E860BE0}"/>
              </a:ext>
            </a:extLst>
          </p:cNvPr>
          <p:cNvSpPr/>
          <p:nvPr/>
        </p:nvSpPr>
        <p:spPr>
          <a:xfrm>
            <a:off x="4096512" y="3677408"/>
            <a:ext cx="2016000" cy="416480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33412B1-7BCC-5AAC-D9EC-3A0326882576}"/>
              </a:ext>
            </a:extLst>
          </p:cNvPr>
          <p:cNvSpPr/>
          <p:nvPr/>
        </p:nvSpPr>
        <p:spPr>
          <a:xfrm>
            <a:off x="4096512" y="4267494"/>
            <a:ext cx="2016000" cy="416480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5837D5E7-07CA-28A6-EC88-51C1C37DA5B0}"/>
              </a:ext>
            </a:extLst>
          </p:cNvPr>
          <p:cNvSpPr/>
          <p:nvPr/>
        </p:nvSpPr>
        <p:spPr>
          <a:xfrm>
            <a:off x="6413008" y="2495204"/>
            <a:ext cx="2016000" cy="416480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B6D5EA5F-DD43-6B1A-96A9-E8159B0B6475}"/>
              </a:ext>
            </a:extLst>
          </p:cNvPr>
          <p:cNvSpPr/>
          <p:nvPr/>
        </p:nvSpPr>
        <p:spPr>
          <a:xfrm>
            <a:off x="6413008" y="3079190"/>
            <a:ext cx="2016000" cy="416480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FC43C2C-4081-30FD-6C28-3FA5E65F6007}"/>
              </a:ext>
            </a:extLst>
          </p:cNvPr>
          <p:cNvSpPr/>
          <p:nvPr/>
        </p:nvSpPr>
        <p:spPr>
          <a:xfrm>
            <a:off x="6413008" y="3667240"/>
            <a:ext cx="2016000" cy="416480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C746516-AD4E-F61A-F3AE-2820A5811942}"/>
              </a:ext>
            </a:extLst>
          </p:cNvPr>
          <p:cNvSpPr/>
          <p:nvPr/>
        </p:nvSpPr>
        <p:spPr>
          <a:xfrm>
            <a:off x="6413008" y="4255290"/>
            <a:ext cx="2016000" cy="416480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F7399A38-B8E8-2445-6317-0EB5DA162B1D}"/>
              </a:ext>
            </a:extLst>
          </p:cNvPr>
          <p:cNvSpPr/>
          <p:nvPr/>
        </p:nvSpPr>
        <p:spPr>
          <a:xfrm>
            <a:off x="10751450" y="6424349"/>
            <a:ext cx="1382487" cy="380998"/>
          </a:xfrm>
          <a:prstGeom prst="roundRect">
            <a:avLst/>
          </a:prstGeom>
          <a:solidFill>
            <a:srgbClr val="DE705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 err="1"/>
              <a:t>Quit</a:t>
            </a:r>
            <a:r>
              <a:rPr lang="de-DE" dirty="0"/>
              <a:t> Game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B609F241-B5FF-BE56-A7F7-E97EA88CB4E4}"/>
              </a:ext>
            </a:extLst>
          </p:cNvPr>
          <p:cNvSpPr/>
          <p:nvPr/>
        </p:nvSpPr>
        <p:spPr>
          <a:xfrm>
            <a:off x="1116137" y="3042584"/>
            <a:ext cx="2052000" cy="468000"/>
          </a:xfrm>
          <a:prstGeom prst="round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dirty="0">
                <a:latin typeface="Consolas" panose="020B0609020204030204" pitchFamily="49" charset="0"/>
              </a:rPr>
              <a:t>Start Game</a:t>
            </a:r>
            <a:endParaRPr lang="de-DE" dirty="0">
              <a:latin typeface="Consolas" panose="020B0609020204030204" pitchFamily="49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0910BA3-3BF4-5670-015B-97F5355E03F6}"/>
              </a:ext>
            </a:extLst>
          </p:cNvPr>
          <p:cNvSpPr txBox="1"/>
          <p:nvPr/>
        </p:nvSpPr>
        <p:spPr>
          <a:xfrm>
            <a:off x="476881" y="1760705"/>
            <a:ext cx="3676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Spiel starten/Zwangsstarten, wenn sich die Lobby nicht komplett füllen kann               |</a:t>
            </a:r>
          </a:p>
          <a:p>
            <a:r>
              <a:rPr lang="de-DE" dirty="0">
                <a:solidFill>
                  <a:srgbClr val="002060"/>
                </a:solidFill>
              </a:rPr>
              <a:t>                         \/</a:t>
            </a:r>
          </a:p>
        </p:txBody>
      </p:sp>
    </p:spTree>
    <p:extLst>
      <p:ext uri="{BB962C8B-B14F-4D97-AF65-F5344CB8AC3E}">
        <p14:creationId xmlns:p14="http://schemas.microsoft.com/office/powerpoint/2010/main" val="404077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84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3E769-17B0-E723-16AB-968FD153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hteck 62">
            <a:extLst>
              <a:ext uri="{FF2B5EF4-FFF2-40B4-BE49-F238E27FC236}">
                <a16:creationId xmlns:a16="http://schemas.microsoft.com/office/drawing/2014/main" id="{C41C793A-4297-0B07-2747-F1FFB6818F02}"/>
              </a:ext>
            </a:extLst>
          </p:cNvPr>
          <p:cNvSpPr/>
          <p:nvPr/>
        </p:nvSpPr>
        <p:spPr>
          <a:xfrm>
            <a:off x="1803195" y="2090058"/>
            <a:ext cx="252931" cy="329047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4A4F00DD-2147-B2BB-E94A-F89DD78F1177}"/>
              </a:ext>
            </a:extLst>
          </p:cNvPr>
          <p:cNvSpPr/>
          <p:nvPr/>
        </p:nvSpPr>
        <p:spPr>
          <a:xfrm>
            <a:off x="1521411" y="4909456"/>
            <a:ext cx="275878" cy="4710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F4FE642-55A4-FADB-FCE2-8C474B81BC5E}"/>
              </a:ext>
            </a:extLst>
          </p:cNvPr>
          <p:cNvSpPr/>
          <p:nvPr/>
        </p:nvSpPr>
        <p:spPr>
          <a:xfrm>
            <a:off x="1258452" y="2852061"/>
            <a:ext cx="270000" cy="252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9DCE218-9613-B0DD-9ACE-FF1D414C0C15}"/>
              </a:ext>
            </a:extLst>
          </p:cNvPr>
          <p:cNvSpPr/>
          <p:nvPr/>
        </p:nvSpPr>
        <p:spPr>
          <a:xfrm>
            <a:off x="995235" y="3860100"/>
            <a:ext cx="270000" cy="151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1B3C83A-E99A-27C2-5A1F-95726866B700}"/>
              </a:ext>
            </a:extLst>
          </p:cNvPr>
          <p:cNvSpPr/>
          <p:nvPr/>
        </p:nvSpPr>
        <p:spPr>
          <a:xfrm>
            <a:off x="719615" y="3216730"/>
            <a:ext cx="270000" cy="216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14F97DC-1736-A3E9-2C64-6C10C7B6D848}"/>
              </a:ext>
            </a:extLst>
          </p:cNvPr>
          <p:cNvSpPr/>
          <p:nvPr/>
        </p:nvSpPr>
        <p:spPr>
          <a:xfrm>
            <a:off x="4923062" y="710729"/>
            <a:ext cx="1711199" cy="395193"/>
          </a:xfrm>
          <a:prstGeom prst="round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latin typeface="Consolas" panose="020B0609020204030204" pitchFamily="49" charset="0"/>
              </a:rPr>
              <a:t>TotalScore: 006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E0E7D32-35ED-487A-9120-5326B843FEAE}"/>
              </a:ext>
            </a:extLst>
          </p:cNvPr>
          <p:cNvSpPr/>
          <p:nvPr/>
        </p:nvSpPr>
        <p:spPr>
          <a:xfrm>
            <a:off x="6694316" y="713620"/>
            <a:ext cx="1936599" cy="396000"/>
          </a:xfrm>
          <a:prstGeom prst="round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latin typeface="Consolas" panose="020B0609020204030204" pitchFamily="49" charset="0"/>
              </a:rPr>
              <a:t>CurrentScore: 006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F75DB6C-FD83-DD76-077B-D3F317F58138}"/>
              </a:ext>
            </a:extLst>
          </p:cNvPr>
          <p:cNvSpPr/>
          <p:nvPr/>
        </p:nvSpPr>
        <p:spPr>
          <a:xfrm>
            <a:off x="8837543" y="1191796"/>
            <a:ext cx="936000" cy="936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onsolas" panose="020B0609020204030204" pitchFamily="49" charset="0"/>
              </a:rPr>
              <a:t>Memo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05653E8-393C-B0FA-CDAF-8349A7EE810E}"/>
              </a:ext>
            </a:extLst>
          </p:cNvPr>
          <p:cNvSpPr/>
          <p:nvPr/>
        </p:nvSpPr>
        <p:spPr>
          <a:xfrm>
            <a:off x="9873343" y="2215816"/>
            <a:ext cx="936000" cy="936000"/>
          </a:xfrm>
          <a:prstGeom prst="rect">
            <a:avLst/>
          </a:prstGeom>
          <a:solidFill>
            <a:srgbClr val="309F6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-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B1E4BDC-B09A-5498-B161-488BE74C097C}"/>
              </a:ext>
            </a:extLst>
          </p:cNvPr>
          <p:cNvSpPr/>
          <p:nvPr/>
        </p:nvSpPr>
        <p:spPr>
          <a:xfrm>
            <a:off x="9872394" y="3255850"/>
            <a:ext cx="936000" cy="936000"/>
          </a:xfrm>
          <a:prstGeom prst="rect">
            <a:avLst/>
          </a:prstGeom>
          <a:solidFill>
            <a:srgbClr val="309F6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-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4C8C109-EC06-FE6B-DC9A-1041CE101418}"/>
              </a:ext>
            </a:extLst>
          </p:cNvPr>
          <p:cNvSpPr/>
          <p:nvPr/>
        </p:nvSpPr>
        <p:spPr>
          <a:xfrm>
            <a:off x="9872394" y="4276957"/>
            <a:ext cx="936000" cy="936000"/>
          </a:xfrm>
          <a:prstGeom prst="rect">
            <a:avLst/>
          </a:prstGeom>
          <a:solidFill>
            <a:srgbClr val="309F6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-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54273E9-6298-A5E3-7C3B-6F3AA30EEEFC}"/>
              </a:ext>
            </a:extLst>
          </p:cNvPr>
          <p:cNvSpPr/>
          <p:nvPr/>
        </p:nvSpPr>
        <p:spPr>
          <a:xfrm>
            <a:off x="71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D2550F11-1D4F-65FB-77BD-FE4EF1D2BDD8}"/>
              </a:ext>
            </a:extLst>
          </p:cNvPr>
          <p:cNvSpPr/>
          <p:nvPr/>
        </p:nvSpPr>
        <p:spPr>
          <a:xfrm>
            <a:off x="98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62319A79-D32A-7358-B93F-8D0F8993D015}"/>
              </a:ext>
            </a:extLst>
          </p:cNvPr>
          <p:cNvSpPr/>
          <p:nvPr/>
        </p:nvSpPr>
        <p:spPr>
          <a:xfrm>
            <a:off x="125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706A5E2A-2B57-B90E-7305-4AF7A79086C1}"/>
              </a:ext>
            </a:extLst>
          </p:cNvPr>
          <p:cNvSpPr/>
          <p:nvPr/>
        </p:nvSpPr>
        <p:spPr>
          <a:xfrm>
            <a:off x="152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ABC8F344-3AC6-D7A6-58C1-30B30618DADD}"/>
              </a:ext>
            </a:extLst>
          </p:cNvPr>
          <p:cNvSpPr/>
          <p:nvPr/>
        </p:nvSpPr>
        <p:spPr>
          <a:xfrm>
            <a:off x="179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81DCB9BE-7AF5-0928-F0D1-3E57683DB8AA}"/>
              </a:ext>
            </a:extLst>
          </p:cNvPr>
          <p:cNvSpPr/>
          <p:nvPr/>
        </p:nvSpPr>
        <p:spPr>
          <a:xfrm>
            <a:off x="206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D22DD980-4604-789D-2D28-4BAF70C20DF1}"/>
              </a:ext>
            </a:extLst>
          </p:cNvPr>
          <p:cNvSpPr/>
          <p:nvPr/>
        </p:nvSpPr>
        <p:spPr>
          <a:xfrm>
            <a:off x="233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DCE4A8CE-4026-CB89-5DCF-A1879C2AA826}"/>
              </a:ext>
            </a:extLst>
          </p:cNvPr>
          <p:cNvSpPr/>
          <p:nvPr/>
        </p:nvSpPr>
        <p:spPr>
          <a:xfrm>
            <a:off x="260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F9BB144-EB2C-E7EA-9B16-38C2F9C8F300}"/>
              </a:ext>
            </a:extLst>
          </p:cNvPr>
          <p:cNvSpPr/>
          <p:nvPr/>
        </p:nvSpPr>
        <p:spPr>
          <a:xfrm>
            <a:off x="3747007" y="706941"/>
            <a:ext cx="1116000" cy="396000"/>
          </a:xfrm>
          <a:prstGeom prst="round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latin typeface="Consolas" panose="020B0609020204030204" pitchFamily="49" charset="0"/>
              </a:rPr>
              <a:t>Level: 1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4258473-D85D-3713-44D5-D1400F80F8C5}"/>
              </a:ext>
            </a:extLst>
          </p:cNvPr>
          <p:cNvSpPr/>
          <p:nvPr/>
        </p:nvSpPr>
        <p:spPr>
          <a:xfrm>
            <a:off x="10751450" y="6424349"/>
            <a:ext cx="1382487" cy="380998"/>
          </a:xfrm>
          <a:prstGeom prst="roundRect">
            <a:avLst/>
          </a:prstGeom>
          <a:solidFill>
            <a:srgbClr val="DE705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 err="1"/>
              <a:t>Quit</a:t>
            </a:r>
            <a:r>
              <a:rPr lang="de-DE" dirty="0"/>
              <a:t> Game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D5F7DAA-3213-4005-B77F-0E4C6151BA3B}"/>
              </a:ext>
            </a:extLst>
          </p:cNvPr>
          <p:cNvSpPr/>
          <p:nvPr/>
        </p:nvSpPr>
        <p:spPr>
          <a:xfrm>
            <a:off x="7874915" y="5300940"/>
            <a:ext cx="756000" cy="756000"/>
          </a:xfrm>
          <a:prstGeom prst="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onsolas" panose="020B0609020204030204" pitchFamily="49" charset="0"/>
              </a:rPr>
              <a:t>Item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4C9F1DFC-CFBD-20C3-C24B-8265049FCB75}"/>
              </a:ext>
            </a:extLst>
          </p:cNvPr>
          <p:cNvSpPr txBox="1"/>
          <p:nvPr/>
        </p:nvSpPr>
        <p:spPr>
          <a:xfrm>
            <a:off x="8826535" y="6005770"/>
            <a:ext cx="2529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002060"/>
                </a:solidFill>
              </a:rPr>
              <a:t>Spiel verlassen, verwirft </a:t>
            </a:r>
            <a:r>
              <a:rPr lang="de-DE" err="1">
                <a:solidFill>
                  <a:srgbClr val="002060"/>
                </a:solidFill>
              </a:rPr>
              <a:t>Spielaufnahem</a:t>
            </a:r>
            <a:r>
              <a:rPr lang="de-DE">
                <a:solidFill>
                  <a:srgbClr val="002060"/>
                </a:solidFill>
              </a:rPr>
              <a:t> -&gt;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273DB3B1-A1BF-AE36-1D28-B4021E2ABF5E}"/>
              </a:ext>
            </a:extLst>
          </p:cNvPr>
          <p:cNvSpPr txBox="1"/>
          <p:nvPr/>
        </p:nvSpPr>
        <p:spPr>
          <a:xfrm>
            <a:off x="8638215" y="5331759"/>
            <a:ext cx="3687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&lt;- Wenn </a:t>
            </a:r>
            <a:r>
              <a:rPr lang="de-DE" dirty="0" err="1">
                <a:solidFill>
                  <a:srgbClr val="002060"/>
                </a:solidFill>
              </a:rPr>
              <a:t>items</a:t>
            </a:r>
            <a:r>
              <a:rPr lang="de-DE" dirty="0">
                <a:solidFill>
                  <a:srgbClr val="002060"/>
                </a:solidFill>
              </a:rPr>
              <a:t> in Spiel mitgebracht wurden, hier anzeigen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6D57B5ED-24B8-6372-2F60-771F5B3CF342}"/>
              </a:ext>
            </a:extLst>
          </p:cNvPr>
          <p:cNvSpPr txBox="1"/>
          <p:nvPr/>
        </p:nvSpPr>
        <p:spPr>
          <a:xfrm>
            <a:off x="6694316" y="74685"/>
            <a:ext cx="3853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 | Aktuelle Punktzahl, die man im  </a:t>
            </a:r>
          </a:p>
          <a:p>
            <a:r>
              <a:rPr lang="de-DE" dirty="0">
                <a:solidFill>
                  <a:srgbClr val="002060"/>
                </a:solidFill>
              </a:rPr>
              <a:t>\/ jeweiligen </a:t>
            </a:r>
            <a:r>
              <a:rPr lang="de-DE" dirty="0" err="1">
                <a:solidFill>
                  <a:srgbClr val="002060"/>
                </a:solidFill>
              </a:rPr>
              <a:t>level</a:t>
            </a:r>
            <a:r>
              <a:rPr lang="de-DE" dirty="0">
                <a:solidFill>
                  <a:srgbClr val="002060"/>
                </a:solidFill>
              </a:rPr>
              <a:t> erreicht hat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D65B0AA3-91C2-169A-6539-E5492A4EEB47}"/>
              </a:ext>
            </a:extLst>
          </p:cNvPr>
          <p:cNvSpPr txBox="1"/>
          <p:nvPr/>
        </p:nvSpPr>
        <p:spPr>
          <a:xfrm>
            <a:off x="2265346" y="102992"/>
            <a:ext cx="2156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Aktuelles Level  |</a:t>
            </a:r>
          </a:p>
          <a:p>
            <a:r>
              <a:rPr lang="de-DE" dirty="0">
                <a:solidFill>
                  <a:srgbClr val="002060"/>
                </a:solidFill>
              </a:rPr>
              <a:t>                                 \/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1CDBF5F1-1ACC-E89A-C1B7-C860214380EA}"/>
              </a:ext>
            </a:extLst>
          </p:cNvPr>
          <p:cNvSpPr txBox="1"/>
          <p:nvPr/>
        </p:nvSpPr>
        <p:spPr>
          <a:xfrm>
            <a:off x="4165320" y="67289"/>
            <a:ext cx="2156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Gesamtpunktzahl  |</a:t>
            </a:r>
          </a:p>
          <a:p>
            <a:r>
              <a:rPr lang="de-DE" dirty="0">
                <a:solidFill>
                  <a:srgbClr val="002060"/>
                </a:solidFill>
              </a:rPr>
              <a:t>                                       \/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078515D8-88BB-8C5A-934B-66E26FEF1A35}"/>
              </a:ext>
            </a:extLst>
          </p:cNvPr>
          <p:cNvSpPr txBox="1"/>
          <p:nvPr/>
        </p:nvSpPr>
        <p:spPr>
          <a:xfrm>
            <a:off x="-3070839" y="4101008"/>
            <a:ext cx="3687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Anzeige für alle Spieler zum Punktestand der Spieler</a:t>
            </a:r>
          </a:p>
          <a:p>
            <a:r>
              <a:rPr lang="de-DE" dirty="0">
                <a:solidFill>
                  <a:srgbClr val="002060"/>
                </a:solidFill>
              </a:rPr>
              <a:t>TotalScore + CurrentScore -&gt;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A3CBFF44-9C4C-4C29-2A40-C445F78E3914}"/>
              </a:ext>
            </a:extLst>
          </p:cNvPr>
          <p:cNvSpPr txBox="1"/>
          <p:nvPr/>
        </p:nvSpPr>
        <p:spPr>
          <a:xfrm>
            <a:off x="12325977" y="2535331"/>
            <a:ext cx="5278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&lt;- Gegnerische Felder werden nur minimal farblich dargestellt. 1 – grün, 2 – blau, 3 – lila, </a:t>
            </a:r>
            <a:r>
              <a:rPr lang="de-DE" dirty="0" err="1">
                <a:solidFill>
                  <a:srgbClr val="002060"/>
                </a:solidFill>
              </a:rPr>
              <a:t>mine</a:t>
            </a:r>
            <a:r>
              <a:rPr lang="de-DE" dirty="0">
                <a:solidFill>
                  <a:srgbClr val="002060"/>
                </a:solidFill>
              </a:rPr>
              <a:t> - rot</a:t>
            </a:r>
          </a:p>
        </p:txBody>
      </p:sp>
      <p:sp>
        <p:nvSpPr>
          <p:cNvPr id="390" name="Rechteck 389">
            <a:extLst>
              <a:ext uri="{FF2B5EF4-FFF2-40B4-BE49-F238E27FC236}">
                <a16:creationId xmlns:a16="http://schemas.microsoft.com/office/drawing/2014/main" id="{C95BD420-4CEC-DF7B-2975-D2E8A1219995}"/>
              </a:ext>
            </a:extLst>
          </p:cNvPr>
          <p:cNvSpPr/>
          <p:nvPr/>
        </p:nvSpPr>
        <p:spPr>
          <a:xfrm>
            <a:off x="3747007" y="2007581"/>
            <a:ext cx="756000" cy="756000"/>
          </a:xfrm>
          <a:prstGeom prst="rect">
            <a:avLst/>
          </a:prstGeom>
          <a:solidFill>
            <a:srgbClr val="BC8C8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latin typeface="Consolas" panose="020B0609020204030204" pitchFamily="49" charset="0"/>
              </a:rPr>
              <a:t>1</a:t>
            </a:r>
            <a:endParaRPr lang="de-DE" dirty="0">
              <a:latin typeface="Consolas" panose="020B0609020204030204" pitchFamily="49" charset="0"/>
            </a:endParaRPr>
          </a:p>
        </p:txBody>
      </p:sp>
      <p:sp>
        <p:nvSpPr>
          <p:cNvPr id="391" name="Rechteck 390">
            <a:extLst>
              <a:ext uri="{FF2B5EF4-FFF2-40B4-BE49-F238E27FC236}">
                <a16:creationId xmlns:a16="http://schemas.microsoft.com/office/drawing/2014/main" id="{D993B583-1191-EB5C-586D-53E90DB997A8}"/>
              </a:ext>
            </a:extLst>
          </p:cNvPr>
          <p:cNvSpPr/>
          <p:nvPr/>
        </p:nvSpPr>
        <p:spPr>
          <a:xfrm>
            <a:off x="6221068" y="2007581"/>
            <a:ext cx="756000" cy="756000"/>
          </a:xfrm>
          <a:prstGeom prst="rect">
            <a:avLst/>
          </a:prstGeom>
          <a:solidFill>
            <a:srgbClr val="BC8C8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393" name="Rechteck 392">
            <a:extLst>
              <a:ext uri="{FF2B5EF4-FFF2-40B4-BE49-F238E27FC236}">
                <a16:creationId xmlns:a16="http://schemas.microsoft.com/office/drawing/2014/main" id="{6C87F477-CB15-5812-70CA-571F26C8DB31}"/>
              </a:ext>
            </a:extLst>
          </p:cNvPr>
          <p:cNvSpPr/>
          <p:nvPr/>
        </p:nvSpPr>
        <p:spPr>
          <a:xfrm>
            <a:off x="4569250" y="2007581"/>
            <a:ext cx="756000" cy="756000"/>
          </a:xfrm>
          <a:prstGeom prst="rect">
            <a:avLst/>
          </a:prstGeom>
          <a:solidFill>
            <a:srgbClr val="BC8C8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4" name="Rechteck 393">
            <a:extLst>
              <a:ext uri="{FF2B5EF4-FFF2-40B4-BE49-F238E27FC236}">
                <a16:creationId xmlns:a16="http://schemas.microsoft.com/office/drawing/2014/main" id="{28A971AB-9FCA-F904-1C77-BA08918FAAA8}"/>
              </a:ext>
            </a:extLst>
          </p:cNvPr>
          <p:cNvSpPr/>
          <p:nvPr/>
        </p:nvSpPr>
        <p:spPr>
          <a:xfrm>
            <a:off x="7050527" y="2012506"/>
            <a:ext cx="756000" cy="756000"/>
          </a:xfrm>
          <a:prstGeom prst="rect">
            <a:avLst/>
          </a:prstGeom>
          <a:solidFill>
            <a:srgbClr val="BC8C8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latin typeface="Consolas" panose="020B0609020204030204" pitchFamily="49" charset="0"/>
              </a:rPr>
              <a:t>3</a:t>
            </a:r>
          </a:p>
        </p:txBody>
      </p:sp>
      <p:grpSp>
        <p:nvGrpSpPr>
          <p:cNvPr id="395" name="Gruppieren 394">
            <a:extLst>
              <a:ext uri="{FF2B5EF4-FFF2-40B4-BE49-F238E27FC236}">
                <a16:creationId xmlns:a16="http://schemas.microsoft.com/office/drawing/2014/main" id="{797448DE-11E6-D660-85D7-E70EB1E4100B}"/>
              </a:ext>
            </a:extLst>
          </p:cNvPr>
          <p:cNvGrpSpPr/>
          <p:nvPr/>
        </p:nvGrpSpPr>
        <p:grpSpPr>
          <a:xfrm>
            <a:off x="3745119" y="1196732"/>
            <a:ext cx="756000" cy="756000"/>
            <a:chOff x="5772000" y="1497731"/>
            <a:chExt cx="756000" cy="756000"/>
          </a:xfrm>
        </p:grpSpPr>
        <p:sp>
          <p:nvSpPr>
            <p:cNvPr id="396" name="Rechteck 395">
              <a:extLst>
                <a:ext uri="{FF2B5EF4-FFF2-40B4-BE49-F238E27FC236}">
                  <a16:creationId xmlns:a16="http://schemas.microsoft.com/office/drawing/2014/main" id="{4FED66AA-36D5-1D71-813C-79859229A5CE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97" name="Rechteck 396">
              <a:extLst>
                <a:ext uri="{FF2B5EF4-FFF2-40B4-BE49-F238E27FC236}">
                  <a16:creationId xmlns:a16="http://schemas.microsoft.com/office/drawing/2014/main" id="{51B1B313-F4B4-2204-6F9C-8831530C7AB9}"/>
                </a:ext>
              </a:extLst>
            </p:cNvPr>
            <p:cNvSpPr/>
            <p:nvPr/>
          </p:nvSpPr>
          <p:spPr>
            <a:xfrm>
              <a:off x="579166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98" name="Rechteck 397">
              <a:extLst>
                <a:ext uri="{FF2B5EF4-FFF2-40B4-BE49-F238E27FC236}">
                  <a16:creationId xmlns:a16="http://schemas.microsoft.com/office/drawing/2014/main" id="{FA6117E5-28DC-323C-9497-8168385F69EC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99" name="Rechteck 398">
              <a:extLst>
                <a:ext uri="{FF2B5EF4-FFF2-40B4-BE49-F238E27FC236}">
                  <a16:creationId xmlns:a16="http://schemas.microsoft.com/office/drawing/2014/main" id="{3A43E5A2-1EAD-D26F-AAAD-18E218DF4D0A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00" name="Rechteck 399">
              <a:extLst>
                <a:ext uri="{FF2B5EF4-FFF2-40B4-BE49-F238E27FC236}">
                  <a16:creationId xmlns:a16="http://schemas.microsoft.com/office/drawing/2014/main" id="{2E872440-9637-6CE6-FA9A-277F51BCCCF5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01" name="Rechteck 400">
              <a:extLst>
                <a:ext uri="{FF2B5EF4-FFF2-40B4-BE49-F238E27FC236}">
                  <a16:creationId xmlns:a16="http://schemas.microsoft.com/office/drawing/2014/main" id="{00FB08C5-A1CC-EA4F-CAC9-F4822CA35E42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02" name="Gruppieren 401">
            <a:extLst>
              <a:ext uri="{FF2B5EF4-FFF2-40B4-BE49-F238E27FC236}">
                <a16:creationId xmlns:a16="http://schemas.microsoft.com/office/drawing/2014/main" id="{6147F0BB-9BBB-3AFF-7CFF-5E0522446B65}"/>
              </a:ext>
            </a:extLst>
          </p:cNvPr>
          <p:cNvGrpSpPr/>
          <p:nvPr/>
        </p:nvGrpSpPr>
        <p:grpSpPr>
          <a:xfrm>
            <a:off x="3744177" y="2830444"/>
            <a:ext cx="756000" cy="756000"/>
            <a:chOff x="5772000" y="1497731"/>
            <a:chExt cx="756000" cy="756000"/>
          </a:xfrm>
        </p:grpSpPr>
        <p:sp>
          <p:nvSpPr>
            <p:cNvPr id="403" name="Rechteck 402">
              <a:extLst>
                <a:ext uri="{FF2B5EF4-FFF2-40B4-BE49-F238E27FC236}">
                  <a16:creationId xmlns:a16="http://schemas.microsoft.com/office/drawing/2014/main" id="{D62EF345-D4E6-E37B-1B6F-26925A3A544E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04" name="Rechteck 403">
              <a:extLst>
                <a:ext uri="{FF2B5EF4-FFF2-40B4-BE49-F238E27FC236}">
                  <a16:creationId xmlns:a16="http://schemas.microsoft.com/office/drawing/2014/main" id="{F987D97F-EA83-FE7A-2040-7BDF7AC9BD32}"/>
                </a:ext>
              </a:extLst>
            </p:cNvPr>
            <p:cNvSpPr/>
            <p:nvPr/>
          </p:nvSpPr>
          <p:spPr>
            <a:xfrm>
              <a:off x="580182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05" name="Rechteck 404">
              <a:extLst>
                <a:ext uri="{FF2B5EF4-FFF2-40B4-BE49-F238E27FC236}">
                  <a16:creationId xmlns:a16="http://schemas.microsoft.com/office/drawing/2014/main" id="{CBC89D92-48CF-FF43-7D1F-32CF3238BC12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06" name="Rechteck 405">
              <a:extLst>
                <a:ext uri="{FF2B5EF4-FFF2-40B4-BE49-F238E27FC236}">
                  <a16:creationId xmlns:a16="http://schemas.microsoft.com/office/drawing/2014/main" id="{34A7DBE5-4D74-0E69-7F33-AFC60B2C91D3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07" name="Rechteck 406">
              <a:extLst>
                <a:ext uri="{FF2B5EF4-FFF2-40B4-BE49-F238E27FC236}">
                  <a16:creationId xmlns:a16="http://schemas.microsoft.com/office/drawing/2014/main" id="{638EF2F3-1676-42AE-E273-D4C8CB3CF11B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08" name="Rechteck 407">
              <a:extLst>
                <a:ext uri="{FF2B5EF4-FFF2-40B4-BE49-F238E27FC236}">
                  <a16:creationId xmlns:a16="http://schemas.microsoft.com/office/drawing/2014/main" id="{6EE804C3-6D1E-9897-08CA-9B7F4CD6E0DF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09" name="Gruppieren 408">
            <a:extLst>
              <a:ext uri="{FF2B5EF4-FFF2-40B4-BE49-F238E27FC236}">
                <a16:creationId xmlns:a16="http://schemas.microsoft.com/office/drawing/2014/main" id="{6A33E707-EBBF-4443-8B12-F471DD6A36D5}"/>
              </a:ext>
            </a:extLst>
          </p:cNvPr>
          <p:cNvGrpSpPr/>
          <p:nvPr/>
        </p:nvGrpSpPr>
        <p:grpSpPr>
          <a:xfrm>
            <a:off x="3749473" y="3642384"/>
            <a:ext cx="756000" cy="756000"/>
            <a:chOff x="5772000" y="1497731"/>
            <a:chExt cx="756000" cy="756000"/>
          </a:xfrm>
        </p:grpSpPr>
        <p:sp>
          <p:nvSpPr>
            <p:cNvPr id="410" name="Rechteck 409">
              <a:extLst>
                <a:ext uri="{FF2B5EF4-FFF2-40B4-BE49-F238E27FC236}">
                  <a16:creationId xmlns:a16="http://schemas.microsoft.com/office/drawing/2014/main" id="{8DCFA52D-9623-541A-FC7F-A6F09F0C56FF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11" name="Rechteck 410">
              <a:extLst>
                <a:ext uri="{FF2B5EF4-FFF2-40B4-BE49-F238E27FC236}">
                  <a16:creationId xmlns:a16="http://schemas.microsoft.com/office/drawing/2014/main" id="{9794F2D2-0373-0694-68BD-E4B8EB33ECD0}"/>
                </a:ext>
              </a:extLst>
            </p:cNvPr>
            <p:cNvSpPr/>
            <p:nvPr/>
          </p:nvSpPr>
          <p:spPr>
            <a:xfrm>
              <a:off x="579166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12" name="Rechteck 411">
              <a:extLst>
                <a:ext uri="{FF2B5EF4-FFF2-40B4-BE49-F238E27FC236}">
                  <a16:creationId xmlns:a16="http://schemas.microsoft.com/office/drawing/2014/main" id="{BA09683E-3F18-42FC-04F4-14074E54AAA7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13" name="Rechteck 412">
              <a:extLst>
                <a:ext uri="{FF2B5EF4-FFF2-40B4-BE49-F238E27FC236}">
                  <a16:creationId xmlns:a16="http://schemas.microsoft.com/office/drawing/2014/main" id="{D48DD34C-3114-CE60-1091-17472261DBAC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14" name="Rechteck 413">
              <a:extLst>
                <a:ext uri="{FF2B5EF4-FFF2-40B4-BE49-F238E27FC236}">
                  <a16:creationId xmlns:a16="http://schemas.microsoft.com/office/drawing/2014/main" id="{7F74F4F8-0DD8-BC77-BF95-CF268CA02547}"/>
                </a:ext>
              </a:extLst>
            </p:cNvPr>
            <p:cNvSpPr/>
            <p:nvPr/>
          </p:nvSpPr>
          <p:spPr>
            <a:xfrm>
              <a:off x="5789124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15" name="Rechteck 414">
              <a:extLst>
                <a:ext uri="{FF2B5EF4-FFF2-40B4-BE49-F238E27FC236}">
                  <a16:creationId xmlns:a16="http://schemas.microsoft.com/office/drawing/2014/main" id="{1F21F3A3-CEC9-F963-6ECB-2DA205E0CB3F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16" name="Gruppieren 415">
            <a:extLst>
              <a:ext uri="{FF2B5EF4-FFF2-40B4-BE49-F238E27FC236}">
                <a16:creationId xmlns:a16="http://schemas.microsoft.com/office/drawing/2014/main" id="{EB4CD7C7-E049-847E-1281-2B303E1ECB86}"/>
              </a:ext>
            </a:extLst>
          </p:cNvPr>
          <p:cNvGrpSpPr/>
          <p:nvPr/>
        </p:nvGrpSpPr>
        <p:grpSpPr>
          <a:xfrm>
            <a:off x="3744505" y="4464156"/>
            <a:ext cx="756000" cy="756000"/>
            <a:chOff x="5772000" y="1497731"/>
            <a:chExt cx="756000" cy="756000"/>
          </a:xfrm>
        </p:grpSpPr>
        <p:sp>
          <p:nvSpPr>
            <p:cNvPr id="417" name="Rechteck 416">
              <a:extLst>
                <a:ext uri="{FF2B5EF4-FFF2-40B4-BE49-F238E27FC236}">
                  <a16:creationId xmlns:a16="http://schemas.microsoft.com/office/drawing/2014/main" id="{9F71C5B8-5CD5-6C68-C445-F97D291ABD67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18" name="Rechteck 417">
              <a:extLst>
                <a:ext uri="{FF2B5EF4-FFF2-40B4-BE49-F238E27FC236}">
                  <a16:creationId xmlns:a16="http://schemas.microsoft.com/office/drawing/2014/main" id="{8137D90C-2CA8-A23B-7DBF-1F9DB50DA72B}"/>
                </a:ext>
              </a:extLst>
            </p:cNvPr>
            <p:cNvSpPr/>
            <p:nvPr/>
          </p:nvSpPr>
          <p:spPr>
            <a:xfrm>
              <a:off x="580182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19" name="Rechteck 418">
              <a:extLst>
                <a:ext uri="{FF2B5EF4-FFF2-40B4-BE49-F238E27FC236}">
                  <a16:creationId xmlns:a16="http://schemas.microsoft.com/office/drawing/2014/main" id="{0BA4056E-A006-121D-E550-6476E5F9700B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20" name="Rechteck 419">
              <a:extLst>
                <a:ext uri="{FF2B5EF4-FFF2-40B4-BE49-F238E27FC236}">
                  <a16:creationId xmlns:a16="http://schemas.microsoft.com/office/drawing/2014/main" id="{C9EB4A84-415E-0075-479A-4EF1D9A9FED3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21" name="Rechteck 420">
              <a:extLst>
                <a:ext uri="{FF2B5EF4-FFF2-40B4-BE49-F238E27FC236}">
                  <a16:creationId xmlns:a16="http://schemas.microsoft.com/office/drawing/2014/main" id="{B08E29ED-DA94-C7E6-5735-E423023E0F54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22" name="Rechteck 421">
              <a:extLst>
                <a:ext uri="{FF2B5EF4-FFF2-40B4-BE49-F238E27FC236}">
                  <a16:creationId xmlns:a16="http://schemas.microsoft.com/office/drawing/2014/main" id="{2C032257-A6E7-D950-CDC0-32DBAD15B1D6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23" name="Gruppieren 422">
            <a:extLst>
              <a:ext uri="{FF2B5EF4-FFF2-40B4-BE49-F238E27FC236}">
                <a16:creationId xmlns:a16="http://schemas.microsoft.com/office/drawing/2014/main" id="{C1783794-D323-D2EE-C678-AC797869ECBA}"/>
              </a:ext>
            </a:extLst>
          </p:cNvPr>
          <p:cNvGrpSpPr/>
          <p:nvPr/>
        </p:nvGrpSpPr>
        <p:grpSpPr>
          <a:xfrm>
            <a:off x="4567513" y="1196818"/>
            <a:ext cx="756000" cy="756000"/>
            <a:chOff x="5772000" y="1497731"/>
            <a:chExt cx="756000" cy="756000"/>
          </a:xfrm>
        </p:grpSpPr>
        <p:sp>
          <p:nvSpPr>
            <p:cNvPr id="424" name="Rechteck 423">
              <a:extLst>
                <a:ext uri="{FF2B5EF4-FFF2-40B4-BE49-F238E27FC236}">
                  <a16:creationId xmlns:a16="http://schemas.microsoft.com/office/drawing/2014/main" id="{ED56AB93-563D-4982-26A9-5D40C35E5247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25" name="Rechteck 424">
              <a:extLst>
                <a:ext uri="{FF2B5EF4-FFF2-40B4-BE49-F238E27FC236}">
                  <a16:creationId xmlns:a16="http://schemas.microsoft.com/office/drawing/2014/main" id="{AE63C925-41E3-2B32-ED16-1EE057E95957}"/>
                </a:ext>
              </a:extLst>
            </p:cNvPr>
            <p:cNvSpPr/>
            <p:nvPr/>
          </p:nvSpPr>
          <p:spPr>
            <a:xfrm>
              <a:off x="579166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26" name="Rechteck 425">
              <a:extLst>
                <a:ext uri="{FF2B5EF4-FFF2-40B4-BE49-F238E27FC236}">
                  <a16:creationId xmlns:a16="http://schemas.microsoft.com/office/drawing/2014/main" id="{F53E0BE4-B3E5-16FD-C1AA-ADBE3BBEBC3E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27" name="Rechteck 426">
              <a:extLst>
                <a:ext uri="{FF2B5EF4-FFF2-40B4-BE49-F238E27FC236}">
                  <a16:creationId xmlns:a16="http://schemas.microsoft.com/office/drawing/2014/main" id="{70C60851-FCF8-0438-8C69-4C89492B3B7A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28" name="Rechteck 427">
              <a:extLst>
                <a:ext uri="{FF2B5EF4-FFF2-40B4-BE49-F238E27FC236}">
                  <a16:creationId xmlns:a16="http://schemas.microsoft.com/office/drawing/2014/main" id="{538534AB-A474-DF23-7D43-ADC5585F5E77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29" name="Rechteck 428">
              <a:extLst>
                <a:ext uri="{FF2B5EF4-FFF2-40B4-BE49-F238E27FC236}">
                  <a16:creationId xmlns:a16="http://schemas.microsoft.com/office/drawing/2014/main" id="{94DD0180-ACE8-632D-797B-FDBD0DE00491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30" name="Gruppieren 429">
            <a:extLst>
              <a:ext uri="{FF2B5EF4-FFF2-40B4-BE49-F238E27FC236}">
                <a16:creationId xmlns:a16="http://schemas.microsoft.com/office/drawing/2014/main" id="{D09703E6-465D-88B6-18F2-E89822C7871E}"/>
              </a:ext>
            </a:extLst>
          </p:cNvPr>
          <p:cNvGrpSpPr/>
          <p:nvPr/>
        </p:nvGrpSpPr>
        <p:grpSpPr>
          <a:xfrm>
            <a:off x="4566571" y="2830530"/>
            <a:ext cx="756000" cy="756000"/>
            <a:chOff x="5772000" y="1497731"/>
            <a:chExt cx="756000" cy="756000"/>
          </a:xfrm>
        </p:grpSpPr>
        <p:sp>
          <p:nvSpPr>
            <p:cNvPr id="431" name="Rechteck 430">
              <a:extLst>
                <a:ext uri="{FF2B5EF4-FFF2-40B4-BE49-F238E27FC236}">
                  <a16:creationId xmlns:a16="http://schemas.microsoft.com/office/drawing/2014/main" id="{FEF32024-8112-EB40-C22B-5BCFE315EB6F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32" name="Rechteck 431">
              <a:extLst>
                <a:ext uri="{FF2B5EF4-FFF2-40B4-BE49-F238E27FC236}">
                  <a16:creationId xmlns:a16="http://schemas.microsoft.com/office/drawing/2014/main" id="{8580E5DB-F3BE-74D6-56CC-DA875E32538B}"/>
                </a:ext>
              </a:extLst>
            </p:cNvPr>
            <p:cNvSpPr/>
            <p:nvPr/>
          </p:nvSpPr>
          <p:spPr>
            <a:xfrm>
              <a:off x="579166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33" name="Rechteck 432">
              <a:extLst>
                <a:ext uri="{FF2B5EF4-FFF2-40B4-BE49-F238E27FC236}">
                  <a16:creationId xmlns:a16="http://schemas.microsoft.com/office/drawing/2014/main" id="{3DC99281-11FA-3C6C-C73C-ECF2D03A0BAA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34" name="Rechteck 433">
              <a:extLst>
                <a:ext uri="{FF2B5EF4-FFF2-40B4-BE49-F238E27FC236}">
                  <a16:creationId xmlns:a16="http://schemas.microsoft.com/office/drawing/2014/main" id="{2624538D-4963-531B-AFCE-6FE8F0C53DE9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35" name="Rechteck 434">
              <a:extLst>
                <a:ext uri="{FF2B5EF4-FFF2-40B4-BE49-F238E27FC236}">
                  <a16:creationId xmlns:a16="http://schemas.microsoft.com/office/drawing/2014/main" id="{BC927A96-F614-4929-9FA9-F9424701D7BE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36" name="Rechteck 435">
              <a:extLst>
                <a:ext uri="{FF2B5EF4-FFF2-40B4-BE49-F238E27FC236}">
                  <a16:creationId xmlns:a16="http://schemas.microsoft.com/office/drawing/2014/main" id="{4302A789-E3D6-6BF7-894E-0030280F5086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37" name="Gruppieren 436">
            <a:extLst>
              <a:ext uri="{FF2B5EF4-FFF2-40B4-BE49-F238E27FC236}">
                <a16:creationId xmlns:a16="http://schemas.microsoft.com/office/drawing/2014/main" id="{BB705BE5-28BB-D520-683A-E2B4E7BD912A}"/>
              </a:ext>
            </a:extLst>
          </p:cNvPr>
          <p:cNvGrpSpPr/>
          <p:nvPr/>
        </p:nvGrpSpPr>
        <p:grpSpPr>
          <a:xfrm>
            <a:off x="4561819" y="3642470"/>
            <a:ext cx="756000" cy="756000"/>
            <a:chOff x="5772000" y="1497731"/>
            <a:chExt cx="756000" cy="756000"/>
          </a:xfrm>
        </p:grpSpPr>
        <p:sp>
          <p:nvSpPr>
            <p:cNvPr id="438" name="Rechteck 437">
              <a:extLst>
                <a:ext uri="{FF2B5EF4-FFF2-40B4-BE49-F238E27FC236}">
                  <a16:creationId xmlns:a16="http://schemas.microsoft.com/office/drawing/2014/main" id="{CF86FDA2-301A-48B8-121A-FE1E112FCD7C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39" name="Rechteck 438">
              <a:extLst>
                <a:ext uri="{FF2B5EF4-FFF2-40B4-BE49-F238E27FC236}">
                  <a16:creationId xmlns:a16="http://schemas.microsoft.com/office/drawing/2014/main" id="{1A6DCC0C-FFCD-911E-D008-BAACF8E0B2D7}"/>
                </a:ext>
              </a:extLst>
            </p:cNvPr>
            <p:cNvSpPr/>
            <p:nvPr/>
          </p:nvSpPr>
          <p:spPr>
            <a:xfrm>
              <a:off x="579166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40" name="Rechteck 439">
              <a:extLst>
                <a:ext uri="{FF2B5EF4-FFF2-40B4-BE49-F238E27FC236}">
                  <a16:creationId xmlns:a16="http://schemas.microsoft.com/office/drawing/2014/main" id="{C9F69A2B-DC58-0966-C93D-5FE9EED9A2AD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41" name="Rechteck 440">
              <a:extLst>
                <a:ext uri="{FF2B5EF4-FFF2-40B4-BE49-F238E27FC236}">
                  <a16:creationId xmlns:a16="http://schemas.microsoft.com/office/drawing/2014/main" id="{A090E989-DA2A-840E-9456-50B1BC6EFABD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42" name="Rechteck 441">
              <a:extLst>
                <a:ext uri="{FF2B5EF4-FFF2-40B4-BE49-F238E27FC236}">
                  <a16:creationId xmlns:a16="http://schemas.microsoft.com/office/drawing/2014/main" id="{6723ADCA-243B-07A2-09F6-6FBBECBA7D4B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43" name="Rechteck 442">
              <a:extLst>
                <a:ext uri="{FF2B5EF4-FFF2-40B4-BE49-F238E27FC236}">
                  <a16:creationId xmlns:a16="http://schemas.microsoft.com/office/drawing/2014/main" id="{68512555-DD8D-9698-BD65-01BF7C92C589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44" name="Gruppieren 443">
            <a:extLst>
              <a:ext uri="{FF2B5EF4-FFF2-40B4-BE49-F238E27FC236}">
                <a16:creationId xmlns:a16="http://schemas.microsoft.com/office/drawing/2014/main" id="{1575BD50-CCA3-DE34-1913-37BAD4D4E967}"/>
              </a:ext>
            </a:extLst>
          </p:cNvPr>
          <p:cNvGrpSpPr/>
          <p:nvPr/>
        </p:nvGrpSpPr>
        <p:grpSpPr>
          <a:xfrm>
            <a:off x="4566899" y="4464242"/>
            <a:ext cx="756000" cy="756000"/>
            <a:chOff x="5772000" y="1497731"/>
            <a:chExt cx="756000" cy="756000"/>
          </a:xfrm>
        </p:grpSpPr>
        <p:sp>
          <p:nvSpPr>
            <p:cNvPr id="445" name="Rechteck 444">
              <a:extLst>
                <a:ext uri="{FF2B5EF4-FFF2-40B4-BE49-F238E27FC236}">
                  <a16:creationId xmlns:a16="http://schemas.microsoft.com/office/drawing/2014/main" id="{FF731A73-C809-0C75-67D3-3F24576735F6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46" name="Rechteck 445">
              <a:extLst>
                <a:ext uri="{FF2B5EF4-FFF2-40B4-BE49-F238E27FC236}">
                  <a16:creationId xmlns:a16="http://schemas.microsoft.com/office/drawing/2014/main" id="{D99609CA-7360-3278-D3AF-C1A8B0C86170}"/>
                </a:ext>
              </a:extLst>
            </p:cNvPr>
            <p:cNvSpPr/>
            <p:nvPr/>
          </p:nvSpPr>
          <p:spPr>
            <a:xfrm>
              <a:off x="579166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47" name="Rechteck 446">
              <a:extLst>
                <a:ext uri="{FF2B5EF4-FFF2-40B4-BE49-F238E27FC236}">
                  <a16:creationId xmlns:a16="http://schemas.microsoft.com/office/drawing/2014/main" id="{A634ACA9-A7CC-739C-FFF2-FADBA7E485EC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48" name="Rechteck 447">
              <a:extLst>
                <a:ext uri="{FF2B5EF4-FFF2-40B4-BE49-F238E27FC236}">
                  <a16:creationId xmlns:a16="http://schemas.microsoft.com/office/drawing/2014/main" id="{4AF40B1F-5544-7761-C6E8-1BF5060CE49D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49" name="Rechteck 448">
              <a:extLst>
                <a:ext uri="{FF2B5EF4-FFF2-40B4-BE49-F238E27FC236}">
                  <a16:creationId xmlns:a16="http://schemas.microsoft.com/office/drawing/2014/main" id="{1241F592-F9CC-6EAC-D9E5-2A7EEF8621CE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50" name="Rechteck 449">
              <a:extLst>
                <a:ext uri="{FF2B5EF4-FFF2-40B4-BE49-F238E27FC236}">
                  <a16:creationId xmlns:a16="http://schemas.microsoft.com/office/drawing/2014/main" id="{8367D35E-087F-636D-C465-277953E2267F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51" name="Gruppieren 450">
            <a:extLst>
              <a:ext uri="{FF2B5EF4-FFF2-40B4-BE49-F238E27FC236}">
                <a16:creationId xmlns:a16="http://schemas.microsoft.com/office/drawing/2014/main" id="{DA9B76AC-7C52-DE8D-AD98-2EFB6B069EB1}"/>
              </a:ext>
            </a:extLst>
          </p:cNvPr>
          <p:cNvGrpSpPr/>
          <p:nvPr/>
        </p:nvGrpSpPr>
        <p:grpSpPr>
          <a:xfrm>
            <a:off x="5389907" y="1196904"/>
            <a:ext cx="756000" cy="756000"/>
            <a:chOff x="5772000" y="1497731"/>
            <a:chExt cx="756000" cy="756000"/>
          </a:xfrm>
        </p:grpSpPr>
        <p:sp>
          <p:nvSpPr>
            <p:cNvPr id="452" name="Rechteck 451">
              <a:extLst>
                <a:ext uri="{FF2B5EF4-FFF2-40B4-BE49-F238E27FC236}">
                  <a16:creationId xmlns:a16="http://schemas.microsoft.com/office/drawing/2014/main" id="{667024C7-EFCB-F430-C324-29AD77B4E809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53" name="Rechteck 452">
              <a:extLst>
                <a:ext uri="{FF2B5EF4-FFF2-40B4-BE49-F238E27FC236}">
                  <a16:creationId xmlns:a16="http://schemas.microsoft.com/office/drawing/2014/main" id="{4A40EB80-D28D-B6EC-9366-666FB5D6496C}"/>
                </a:ext>
              </a:extLst>
            </p:cNvPr>
            <p:cNvSpPr/>
            <p:nvPr/>
          </p:nvSpPr>
          <p:spPr>
            <a:xfrm>
              <a:off x="580182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54" name="Rechteck 453">
              <a:extLst>
                <a:ext uri="{FF2B5EF4-FFF2-40B4-BE49-F238E27FC236}">
                  <a16:creationId xmlns:a16="http://schemas.microsoft.com/office/drawing/2014/main" id="{560D48D4-C8A5-4777-2137-F511F901E032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55" name="Rechteck 454">
              <a:extLst>
                <a:ext uri="{FF2B5EF4-FFF2-40B4-BE49-F238E27FC236}">
                  <a16:creationId xmlns:a16="http://schemas.microsoft.com/office/drawing/2014/main" id="{73544931-490B-5AC0-5FA2-1A45B17E3DBB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56" name="Rechteck 455">
              <a:extLst>
                <a:ext uri="{FF2B5EF4-FFF2-40B4-BE49-F238E27FC236}">
                  <a16:creationId xmlns:a16="http://schemas.microsoft.com/office/drawing/2014/main" id="{074C91B0-6CCA-35A6-6969-E96C44E1C808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57" name="Rechteck 456">
              <a:extLst>
                <a:ext uri="{FF2B5EF4-FFF2-40B4-BE49-F238E27FC236}">
                  <a16:creationId xmlns:a16="http://schemas.microsoft.com/office/drawing/2014/main" id="{B9A7C848-F54F-8753-25A5-17D970A3BC33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58" name="Gruppieren 457">
            <a:extLst>
              <a:ext uri="{FF2B5EF4-FFF2-40B4-BE49-F238E27FC236}">
                <a16:creationId xmlns:a16="http://schemas.microsoft.com/office/drawing/2014/main" id="{C60E214A-0517-FD01-82D9-19BE51FF5E68}"/>
              </a:ext>
            </a:extLst>
          </p:cNvPr>
          <p:cNvGrpSpPr/>
          <p:nvPr/>
        </p:nvGrpSpPr>
        <p:grpSpPr>
          <a:xfrm>
            <a:off x="5399013" y="2830832"/>
            <a:ext cx="756000" cy="756000"/>
            <a:chOff x="5772000" y="1497731"/>
            <a:chExt cx="756000" cy="756000"/>
          </a:xfrm>
        </p:grpSpPr>
        <p:sp>
          <p:nvSpPr>
            <p:cNvPr id="459" name="Rechteck 458">
              <a:extLst>
                <a:ext uri="{FF2B5EF4-FFF2-40B4-BE49-F238E27FC236}">
                  <a16:creationId xmlns:a16="http://schemas.microsoft.com/office/drawing/2014/main" id="{E1A26332-CFA3-177F-F44F-041E32C5D679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60" name="Rechteck 459">
              <a:extLst>
                <a:ext uri="{FF2B5EF4-FFF2-40B4-BE49-F238E27FC236}">
                  <a16:creationId xmlns:a16="http://schemas.microsoft.com/office/drawing/2014/main" id="{3F2B8C38-DA44-E22D-BE7A-8A281D9B0520}"/>
                </a:ext>
              </a:extLst>
            </p:cNvPr>
            <p:cNvSpPr/>
            <p:nvPr/>
          </p:nvSpPr>
          <p:spPr>
            <a:xfrm>
              <a:off x="579166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61" name="Rechteck 460">
              <a:extLst>
                <a:ext uri="{FF2B5EF4-FFF2-40B4-BE49-F238E27FC236}">
                  <a16:creationId xmlns:a16="http://schemas.microsoft.com/office/drawing/2014/main" id="{E0613095-6F19-E766-1DF4-7F34D5640BC9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62" name="Rechteck 461">
              <a:extLst>
                <a:ext uri="{FF2B5EF4-FFF2-40B4-BE49-F238E27FC236}">
                  <a16:creationId xmlns:a16="http://schemas.microsoft.com/office/drawing/2014/main" id="{A59C8BE2-FDC7-378E-4800-1A2588DDD7D6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63" name="Rechteck 462">
              <a:extLst>
                <a:ext uri="{FF2B5EF4-FFF2-40B4-BE49-F238E27FC236}">
                  <a16:creationId xmlns:a16="http://schemas.microsoft.com/office/drawing/2014/main" id="{D2070D24-9FB9-8AD8-BD40-F819CFE344CB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64" name="Rechteck 463">
              <a:extLst>
                <a:ext uri="{FF2B5EF4-FFF2-40B4-BE49-F238E27FC236}">
                  <a16:creationId xmlns:a16="http://schemas.microsoft.com/office/drawing/2014/main" id="{C39F96A4-4E96-AA64-39EA-1011299BB098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65" name="Gruppieren 464">
            <a:extLst>
              <a:ext uri="{FF2B5EF4-FFF2-40B4-BE49-F238E27FC236}">
                <a16:creationId xmlns:a16="http://schemas.microsoft.com/office/drawing/2014/main" id="{49E446D1-021B-76C2-C982-F464C78C2D83}"/>
              </a:ext>
            </a:extLst>
          </p:cNvPr>
          <p:cNvGrpSpPr/>
          <p:nvPr/>
        </p:nvGrpSpPr>
        <p:grpSpPr>
          <a:xfrm>
            <a:off x="5394045" y="3642556"/>
            <a:ext cx="756000" cy="756000"/>
            <a:chOff x="5772000" y="1497731"/>
            <a:chExt cx="756000" cy="756000"/>
          </a:xfrm>
        </p:grpSpPr>
        <p:sp>
          <p:nvSpPr>
            <p:cNvPr id="466" name="Rechteck 465">
              <a:extLst>
                <a:ext uri="{FF2B5EF4-FFF2-40B4-BE49-F238E27FC236}">
                  <a16:creationId xmlns:a16="http://schemas.microsoft.com/office/drawing/2014/main" id="{62B93D9F-A2C3-6D54-4BD6-88F490530727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67" name="Rechteck 466">
              <a:extLst>
                <a:ext uri="{FF2B5EF4-FFF2-40B4-BE49-F238E27FC236}">
                  <a16:creationId xmlns:a16="http://schemas.microsoft.com/office/drawing/2014/main" id="{3F4A10CF-DC90-9EBD-F001-7F2CFE1AF5EA}"/>
                </a:ext>
              </a:extLst>
            </p:cNvPr>
            <p:cNvSpPr/>
            <p:nvPr/>
          </p:nvSpPr>
          <p:spPr>
            <a:xfrm>
              <a:off x="5791664" y="1527443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68" name="Rechteck 467">
              <a:extLst>
                <a:ext uri="{FF2B5EF4-FFF2-40B4-BE49-F238E27FC236}">
                  <a16:creationId xmlns:a16="http://schemas.microsoft.com/office/drawing/2014/main" id="{596672E5-6AA0-EB9D-2E46-44A599A1C8A8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69" name="Rechteck 468">
              <a:extLst>
                <a:ext uri="{FF2B5EF4-FFF2-40B4-BE49-F238E27FC236}">
                  <a16:creationId xmlns:a16="http://schemas.microsoft.com/office/drawing/2014/main" id="{4F5F9D12-45E4-DBCA-13AE-BCA7F720D40B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70" name="Rechteck 469">
              <a:extLst>
                <a:ext uri="{FF2B5EF4-FFF2-40B4-BE49-F238E27FC236}">
                  <a16:creationId xmlns:a16="http://schemas.microsoft.com/office/drawing/2014/main" id="{78E4A2FA-73B9-587F-5E9A-B106002D7D51}"/>
                </a:ext>
              </a:extLst>
            </p:cNvPr>
            <p:cNvSpPr/>
            <p:nvPr/>
          </p:nvSpPr>
          <p:spPr>
            <a:xfrm>
              <a:off x="5789124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71" name="Rechteck 470">
              <a:extLst>
                <a:ext uri="{FF2B5EF4-FFF2-40B4-BE49-F238E27FC236}">
                  <a16:creationId xmlns:a16="http://schemas.microsoft.com/office/drawing/2014/main" id="{EF998AF4-288E-7936-5139-A561D5C48C6D}"/>
                </a:ext>
              </a:extLst>
            </p:cNvPr>
            <p:cNvSpPr/>
            <p:nvPr/>
          </p:nvSpPr>
          <p:spPr>
            <a:xfrm>
              <a:off x="6261416" y="1527443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72" name="Gruppieren 471">
            <a:extLst>
              <a:ext uri="{FF2B5EF4-FFF2-40B4-BE49-F238E27FC236}">
                <a16:creationId xmlns:a16="http://schemas.microsoft.com/office/drawing/2014/main" id="{DC02453B-798D-2927-67B2-2EC1DE21A96E}"/>
              </a:ext>
            </a:extLst>
          </p:cNvPr>
          <p:cNvGrpSpPr/>
          <p:nvPr/>
        </p:nvGrpSpPr>
        <p:grpSpPr>
          <a:xfrm>
            <a:off x="5389293" y="4464328"/>
            <a:ext cx="756000" cy="756000"/>
            <a:chOff x="5772000" y="1497731"/>
            <a:chExt cx="756000" cy="756000"/>
          </a:xfrm>
        </p:grpSpPr>
        <p:sp>
          <p:nvSpPr>
            <p:cNvPr id="473" name="Rechteck 472">
              <a:extLst>
                <a:ext uri="{FF2B5EF4-FFF2-40B4-BE49-F238E27FC236}">
                  <a16:creationId xmlns:a16="http://schemas.microsoft.com/office/drawing/2014/main" id="{60A0997B-6E46-9548-6094-7E616C0FE8C9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74" name="Rechteck 473">
              <a:extLst>
                <a:ext uri="{FF2B5EF4-FFF2-40B4-BE49-F238E27FC236}">
                  <a16:creationId xmlns:a16="http://schemas.microsoft.com/office/drawing/2014/main" id="{A28F5DAB-A321-C846-266A-3EB592F7C2A2}"/>
                </a:ext>
              </a:extLst>
            </p:cNvPr>
            <p:cNvSpPr/>
            <p:nvPr/>
          </p:nvSpPr>
          <p:spPr>
            <a:xfrm>
              <a:off x="579166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75" name="Rechteck 474">
              <a:extLst>
                <a:ext uri="{FF2B5EF4-FFF2-40B4-BE49-F238E27FC236}">
                  <a16:creationId xmlns:a16="http://schemas.microsoft.com/office/drawing/2014/main" id="{1FB3D182-BDF7-63A6-3C9E-F902021F20EB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76" name="Rechteck 475">
              <a:extLst>
                <a:ext uri="{FF2B5EF4-FFF2-40B4-BE49-F238E27FC236}">
                  <a16:creationId xmlns:a16="http://schemas.microsoft.com/office/drawing/2014/main" id="{4052EDE4-0B7B-CBA1-6864-C87E62B57CD9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77" name="Rechteck 476">
              <a:extLst>
                <a:ext uri="{FF2B5EF4-FFF2-40B4-BE49-F238E27FC236}">
                  <a16:creationId xmlns:a16="http://schemas.microsoft.com/office/drawing/2014/main" id="{0E1D6254-E812-1B4A-5777-BBF42F4CDDC2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78" name="Rechteck 477">
              <a:extLst>
                <a:ext uri="{FF2B5EF4-FFF2-40B4-BE49-F238E27FC236}">
                  <a16:creationId xmlns:a16="http://schemas.microsoft.com/office/drawing/2014/main" id="{E669F2CA-94EF-0A55-21EC-017BCAA35749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79" name="Gruppieren 478">
            <a:extLst>
              <a:ext uri="{FF2B5EF4-FFF2-40B4-BE49-F238E27FC236}">
                <a16:creationId xmlns:a16="http://schemas.microsoft.com/office/drawing/2014/main" id="{7DFA21A3-7C04-96A9-6460-4191EC44EBAF}"/>
              </a:ext>
            </a:extLst>
          </p:cNvPr>
          <p:cNvGrpSpPr/>
          <p:nvPr/>
        </p:nvGrpSpPr>
        <p:grpSpPr>
          <a:xfrm>
            <a:off x="7054575" y="1197076"/>
            <a:ext cx="756000" cy="756000"/>
            <a:chOff x="5772000" y="1497731"/>
            <a:chExt cx="756000" cy="756000"/>
          </a:xfrm>
        </p:grpSpPr>
        <p:sp>
          <p:nvSpPr>
            <p:cNvPr id="480" name="Rechteck 479">
              <a:extLst>
                <a:ext uri="{FF2B5EF4-FFF2-40B4-BE49-F238E27FC236}">
                  <a16:creationId xmlns:a16="http://schemas.microsoft.com/office/drawing/2014/main" id="{90E6EFD3-BDC2-9CC7-E3EF-12F5A3F7D7E3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81" name="Rechteck 480">
              <a:extLst>
                <a:ext uri="{FF2B5EF4-FFF2-40B4-BE49-F238E27FC236}">
                  <a16:creationId xmlns:a16="http://schemas.microsoft.com/office/drawing/2014/main" id="{B2A5C221-AA9B-3643-7F4F-FA1F9D279E75}"/>
                </a:ext>
              </a:extLst>
            </p:cNvPr>
            <p:cNvSpPr/>
            <p:nvPr/>
          </p:nvSpPr>
          <p:spPr>
            <a:xfrm>
              <a:off x="579166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82" name="Rechteck 481">
              <a:extLst>
                <a:ext uri="{FF2B5EF4-FFF2-40B4-BE49-F238E27FC236}">
                  <a16:creationId xmlns:a16="http://schemas.microsoft.com/office/drawing/2014/main" id="{9BCF14EF-4DA2-DC4F-F562-1513CA67756E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83" name="Rechteck 482">
              <a:extLst>
                <a:ext uri="{FF2B5EF4-FFF2-40B4-BE49-F238E27FC236}">
                  <a16:creationId xmlns:a16="http://schemas.microsoft.com/office/drawing/2014/main" id="{F578A535-56CF-4BEB-47BE-46B191574DC3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84" name="Rechteck 483">
              <a:extLst>
                <a:ext uri="{FF2B5EF4-FFF2-40B4-BE49-F238E27FC236}">
                  <a16:creationId xmlns:a16="http://schemas.microsoft.com/office/drawing/2014/main" id="{48EF3E2A-73F9-9436-2A4C-030765C3A917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85" name="Rechteck 484">
              <a:extLst>
                <a:ext uri="{FF2B5EF4-FFF2-40B4-BE49-F238E27FC236}">
                  <a16:creationId xmlns:a16="http://schemas.microsoft.com/office/drawing/2014/main" id="{B4477E40-30AB-FFDA-8A18-57B649AC0A05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86" name="Gruppieren 485">
            <a:extLst>
              <a:ext uri="{FF2B5EF4-FFF2-40B4-BE49-F238E27FC236}">
                <a16:creationId xmlns:a16="http://schemas.microsoft.com/office/drawing/2014/main" id="{D3E2492F-D03F-4034-F391-CD8AD430D53B}"/>
              </a:ext>
            </a:extLst>
          </p:cNvPr>
          <p:cNvGrpSpPr/>
          <p:nvPr/>
        </p:nvGrpSpPr>
        <p:grpSpPr>
          <a:xfrm>
            <a:off x="7053633" y="2831004"/>
            <a:ext cx="756000" cy="756000"/>
            <a:chOff x="5772000" y="1497731"/>
            <a:chExt cx="756000" cy="756000"/>
          </a:xfrm>
        </p:grpSpPr>
        <p:sp>
          <p:nvSpPr>
            <p:cNvPr id="487" name="Rechteck 486">
              <a:extLst>
                <a:ext uri="{FF2B5EF4-FFF2-40B4-BE49-F238E27FC236}">
                  <a16:creationId xmlns:a16="http://schemas.microsoft.com/office/drawing/2014/main" id="{5871F420-630B-A703-749D-193021ACC683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88" name="Rechteck 487">
              <a:extLst>
                <a:ext uri="{FF2B5EF4-FFF2-40B4-BE49-F238E27FC236}">
                  <a16:creationId xmlns:a16="http://schemas.microsoft.com/office/drawing/2014/main" id="{124B9F86-4C52-8226-5FFC-B6C59ED08D51}"/>
                </a:ext>
              </a:extLst>
            </p:cNvPr>
            <p:cNvSpPr/>
            <p:nvPr/>
          </p:nvSpPr>
          <p:spPr>
            <a:xfrm>
              <a:off x="579166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89" name="Rechteck 488">
              <a:extLst>
                <a:ext uri="{FF2B5EF4-FFF2-40B4-BE49-F238E27FC236}">
                  <a16:creationId xmlns:a16="http://schemas.microsoft.com/office/drawing/2014/main" id="{C3BFF64F-BEEC-4EBE-0334-961DB7792403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90" name="Rechteck 489">
              <a:extLst>
                <a:ext uri="{FF2B5EF4-FFF2-40B4-BE49-F238E27FC236}">
                  <a16:creationId xmlns:a16="http://schemas.microsoft.com/office/drawing/2014/main" id="{869FF3EC-9EE4-F4C3-3149-7B0B95356FE5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91" name="Rechteck 490">
              <a:extLst>
                <a:ext uri="{FF2B5EF4-FFF2-40B4-BE49-F238E27FC236}">
                  <a16:creationId xmlns:a16="http://schemas.microsoft.com/office/drawing/2014/main" id="{AB357130-90A7-BE6E-6D30-6055C5D5B66A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92" name="Rechteck 491">
              <a:extLst>
                <a:ext uri="{FF2B5EF4-FFF2-40B4-BE49-F238E27FC236}">
                  <a16:creationId xmlns:a16="http://schemas.microsoft.com/office/drawing/2014/main" id="{48678CB3-6832-0859-F5C2-A766F50C549A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93" name="Gruppieren 492">
            <a:extLst>
              <a:ext uri="{FF2B5EF4-FFF2-40B4-BE49-F238E27FC236}">
                <a16:creationId xmlns:a16="http://schemas.microsoft.com/office/drawing/2014/main" id="{910E28CD-1ECD-2D59-BEF9-0BD9FC329D4A}"/>
              </a:ext>
            </a:extLst>
          </p:cNvPr>
          <p:cNvGrpSpPr/>
          <p:nvPr/>
        </p:nvGrpSpPr>
        <p:grpSpPr>
          <a:xfrm>
            <a:off x="7048881" y="3642728"/>
            <a:ext cx="756000" cy="756000"/>
            <a:chOff x="5772000" y="1497731"/>
            <a:chExt cx="756000" cy="756000"/>
          </a:xfrm>
        </p:grpSpPr>
        <p:sp>
          <p:nvSpPr>
            <p:cNvPr id="494" name="Rechteck 493">
              <a:extLst>
                <a:ext uri="{FF2B5EF4-FFF2-40B4-BE49-F238E27FC236}">
                  <a16:creationId xmlns:a16="http://schemas.microsoft.com/office/drawing/2014/main" id="{E1864479-ACDB-A6C3-0952-81BB6B8BF141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95" name="Rechteck 494">
              <a:extLst>
                <a:ext uri="{FF2B5EF4-FFF2-40B4-BE49-F238E27FC236}">
                  <a16:creationId xmlns:a16="http://schemas.microsoft.com/office/drawing/2014/main" id="{45E2AF7C-E68A-1CE3-6F61-36C0320483C5}"/>
                </a:ext>
              </a:extLst>
            </p:cNvPr>
            <p:cNvSpPr/>
            <p:nvPr/>
          </p:nvSpPr>
          <p:spPr>
            <a:xfrm>
              <a:off x="5791664" y="1527443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96" name="Rechteck 495">
              <a:extLst>
                <a:ext uri="{FF2B5EF4-FFF2-40B4-BE49-F238E27FC236}">
                  <a16:creationId xmlns:a16="http://schemas.microsoft.com/office/drawing/2014/main" id="{AA54E6E7-F7AF-A8FA-C1D6-D4AA61A4672E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97" name="Rechteck 496">
              <a:extLst>
                <a:ext uri="{FF2B5EF4-FFF2-40B4-BE49-F238E27FC236}">
                  <a16:creationId xmlns:a16="http://schemas.microsoft.com/office/drawing/2014/main" id="{31A9560A-1C49-3259-5F4A-3B336E359AF7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98" name="Rechteck 497">
              <a:extLst>
                <a:ext uri="{FF2B5EF4-FFF2-40B4-BE49-F238E27FC236}">
                  <a16:creationId xmlns:a16="http://schemas.microsoft.com/office/drawing/2014/main" id="{468F763E-99C7-6C68-44B7-F68CAB89C243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99" name="Rechteck 498">
              <a:extLst>
                <a:ext uri="{FF2B5EF4-FFF2-40B4-BE49-F238E27FC236}">
                  <a16:creationId xmlns:a16="http://schemas.microsoft.com/office/drawing/2014/main" id="{C9FFDC17-C7B0-5C4A-FF59-6F1838424BB9}"/>
                </a:ext>
              </a:extLst>
            </p:cNvPr>
            <p:cNvSpPr/>
            <p:nvPr/>
          </p:nvSpPr>
          <p:spPr>
            <a:xfrm>
              <a:off x="6261416" y="1527443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500" name="Gruppieren 499">
            <a:extLst>
              <a:ext uri="{FF2B5EF4-FFF2-40B4-BE49-F238E27FC236}">
                <a16:creationId xmlns:a16="http://schemas.microsoft.com/office/drawing/2014/main" id="{C879A2A7-F1BE-B5D2-B302-B532B247924F}"/>
              </a:ext>
            </a:extLst>
          </p:cNvPr>
          <p:cNvGrpSpPr/>
          <p:nvPr/>
        </p:nvGrpSpPr>
        <p:grpSpPr>
          <a:xfrm>
            <a:off x="7043913" y="4464500"/>
            <a:ext cx="756000" cy="756000"/>
            <a:chOff x="5772000" y="1497731"/>
            <a:chExt cx="756000" cy="756000"/>
          </a:xfrm>
        </p:grpSpPr>
        <p:sp>
          <p:nvSpPr>
            <p:cNvPr id="501" name="Rechteck 500">
              <a:extLst>
                <a:ext uri="{FF2B5EF4-FFF2-40B4-BE49-F238E27FC236}">
                  <a16:creationId xmlns:a16="http://schemas.microsoft.com/office/drawing/2014/main" id="{5CB60A2A-3A52-8652-7B10-3E71C4CED2E5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02" name="Rechteck 501">
              <a:extLst>
                <a:ext uri="{FF2B5EF4-FFF2-40B4-BE49-F238E27FC236}">
                  <a16:creationId xmlns:a16="http://schemas.microsoft.com/office/drawing/2014/main" id="{DDE57C4A-5ACF-E1F0-D84B-F4B6C87DC638}"/>
                </a:ext>
              </a:extLst>
            </p:cNvPr>
            <p:cNvSpPr/>
            <p:nvPr/>
          </p:nvSpPr>
          <p:spPr>
            <a:xfrm>
              <a:off x="5791664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03" name="Rechteck 502">
              <a:extLst>
                <a:ext uri="{FF2B5EF4-FFF2-40B4-BE49-F238E27FC236}">
                  <a16:creationId xmlns:a16="http://schemas.microsoft.com/office/drawing/2014/main" id="{C3BC056E-E9EE-01C6-9C7D-3B323DB2A049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04" name="Rechteck 503">
              <a:extLst>
                <a:ext uri="{FF2B5EF4-FFF2-40B4-BE49-F238E27FC236}">
                  <a16:creationId xmlns:a16="http://schemas.microsoft.com/office/drawing/2014/main" id="{51C85D22-ECD8-D9BD-34A5-B291721BF31F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05" name="Rechteck 504">
              <a:extLst>
                <a:ext uri="{FF2B5EF4-FFF2-40B4-BE49-F238E27FC236}">
                  <a16:creationId xmlns:a16="http://schemas.microsoft.com/office/drawing/2014/main" id="{E0253D63-EBED-3316-02FF-88A39ADD82D4}"/>
                </a:ext>
              </a:extLst>
            </p:cNvPr>
            <p:cNvSpPr/>
            <p:nvPr/>
          </p:nvSpPr>
          <p:spPr>
            <a:xfrm>
              <a:off x="5798956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06" name="Rechteck 505">
              <a:extLst>
                <a:ext uri="{FF2B5EF4-FFF2-40B4-BE49-F238E27FC236}">
                  <a16:creationId xmlns:a16="http://schemas.microsoft.com/office/drawing/2014/main" id="{2021784D-1253-7781-7C3B-65C307420FF2}"/>
                </a:ext>
              </a:extLst>
            </p:cNvPr>
            <p:cNvSpPr/>
            <p:nvPr/>
          </p:nvSpPr>
          <p:spPr>
            <a:xfrm>
              <a:off x="6261416" y="1517395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507" name="Rechteck 506">
            <a:extLst>
              <a:ext uri="{FF2B5EF4-FFF2-40B4-BE49-F238E27FC236}">
                <a16:creationId xmlns:a16="http://schemas.microsoft.com/office/drawing/2014/main" id="{860F1902-7488-BC69-4F3A-1E08604EB4FA}"/>
              </a:ext>
            </a:extLst>
          </p:cNvPr>
          <p:cNvSpPr/>
          <p:nvPr/>
        </p:nvSpPr>
        <p:spPr>
          <a:xfrm>
            <a:off x="5391825" y="2007581"/>
            <a:ext cx="756000" cy="756000"/>
          </a:xfrm>
          <a:prstGeom prst="rect">
            <a:avLst/>
          </a:prstGeom>
          <a:solidFill>
            <a:srgbClr val="BC8C8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latin typeface="Consolas" panose="020B0609020204030204" pitchFamily="49" charset="0"/>
              </a:rPr>
              <a:t>1</a:t>
            </a:r>
            <a:endParaRPr lang="de-DE" dirty="0">
              <a:latin typeface="Consolas" panose="020B0609020204030204" pitchFamily="49" charset="0"/>
            </a:endParaRPr>
          </a:p>
        </p:txBody>
      </p:sp>
      <p:sp>
        <p:nvSpPr>
          <p:cNvPr id="509" name="Rechteck 508">
            <a:extLst>
              <a:ext uri="{FF2B5EF4-FFF2-40B4-BE49-F238E27FC236}">
                <a16:creationId xmlns:a16="http://schemas.microsoft.com/office/drawing/2014/main" id="{F9BE27FF-4D31-40B8-7D1D-4548C8DCCB57}"/>
              </a:ext>
            </a:extLst>
          </p:cNvPr>
          <p:cNvSpPr/>
          <p:nvPr/>
        </p:nvSpPr>
        <p:spPr>
          <a:xfrm>
            <a:off x="6224907" y="1196177"/>
            <a:ext cx="756000" cy="756000"/>
          </a:xfrm>
          <a:prstGeom prst="rect">
            <a:avLst/>
          </a:prstGeom>
          <a:solidFill>
            <a:srgbClr val="BC8C8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latin typeface="Consolas" panose="020B0609020204030204" pitchFamily="49" charset="0"/>
              </a:rPr>
              <a:t>1</a:t>
            </a:r>
            <a:endParaRPr lang="de-DE" dirty="0">
              <a:latin typeface="Consolas" panose="020B0609020204030204" pitchFamily="49" charset="0"/>
            </a:endParaRPr>
          </a:p>
        </p:txBody>
      </p:sp>
      <p:sp>
        <p:nvSpPr>
          <p:cNvPr id="510" name="Rechteck 509">
            <a:extLst>
              <a:ext uri="{FF2B5EF4-FFF2-40B4-BE49-F238E27FC236}">
                <a16:creationId xmlns:a16="http://schemas.microsoft.com/office/drawing/2014/main" id="{4DD5AB9D-A3AA-0380-C243-0A4F7F58F4BF}"/>
              </a:ext>
            </a:extLst>
          </p:cNvPr>
          <p:cNvSpPr/>
          <p:nvPr/>
        </p:nvSpPr>
        <p:spPr>
          <a:xfrm>
            <a:off x="6224907" y="2828817"/>
            <a:ext cx="756000" cy="756000"/>
          </a:xfrm>
          <a:prstGeom prst="rect">
            <a:avLst/>
          </a:prstGeom>
          <a:solidFill>
            <a:srgbClr val="BC8C8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latin typeface="Consolas" panose="020B0609020204030204" pitchFamily="49" charset="0"/>
              </a:rPr>
              <a:t>1</a:t>
            </a:r>
            <a:endParaRPr lang="de-DE" dirty="0">
              <a:latin typeface="Consolas" panose="020B0609020204030204" pitchFamily="49" charset="0"/>
            </a:endParaRPr>
          </a:p>
        </p:txBody>
      </p:sp>
      <p:grpSp>
        <p:nvGrpSpPr>
          <p:cNvPr id="515" name="Gruppieren 514">
            <a:extLst>
              <a:ext uri="{FF2B5EF4-FFF2-40B4-BE49-F238E27FC236}">
                <a16:creationId xmlns:a16="http://schemas.microsoft.com/office/drawing/2014/main" id="{0297759B-6971-6AEC-2904-EE2DA5412D59}"/>
              </a:ext>
            </a:extLst>
          </p:cNvPr>
          <p:cNvGrpSpPr/>
          <p:nvPr/>
        </p:nvGrpSpPr>
        <p:grpSpPr>
          <a:xfrm>
            <a:off x="3747007" y="5301012"/>
            <a:ext cx="756000" cy="756000"/>
            <a:chOff x="3747007" y="5301012"/>
            <a:chExt cx="756000" cy="756000"/>
          </a:xfrm>
        </p:grpSpPr>
        <p:sp>
          <p:nvSpPr>
            <p:cNvPr id="512" name="Rechteck 511">
              <a:extLst>
                <a:ext uri="{FF2B5EF4-FFF2-40B4-BE49-F238E27FC236}">
                  <a16:creationId xmlns:a16="http://schemas.microsoft.com/office/drawing/2014/main" id="{79C6E729-9286-D490-1A5F-F5A3832CCEE8}"/>
                </a:ext>
              </a:extLst>
            </p:cNvPr>
            <p:cNvSpPr/>
            <p:nvPr/>
          </p:nvSpPr>
          <p:spPr>
            <a:xfrm>
              <a:off x="3747007" y="5301012"/>
              <a:ext cx="756000" cy="756000"/>
            </a:xfrm>
            <a:prstGeom prst="rect">
              <a:avLst/>
            </a:prstGeom>
            <a:solidFill>
              <a:srgbClr val="DE7055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13" name="Gerader Verbinder 512">
              <a:extLst>
                <a:ext uri="{FF2B5EF4-FFF2-40B4-BE49-F238E27FC236}">
                  <a16:creationId xmlns:a16="http://schemas.microsoft.com/office/drawing/2014/main" id="{7CA93716-D2AD-85CC-1DF2-06BE1AEBE474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07" y="5629851"/>
              <a:ext cx="75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14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  <a:extLst>
                <a:ext uri="{FF2B5EF4-FFF2-40B4-BE49-F238E27FC236}">
                  <a16:creationId xmlns:a16="http://schemas.microsoft.com/office/drawing/2014/main" id="{6B826456-E7B3-C1BE-AA52-A8CE743C7E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2767" y="5679012"/>
              <a:ext cx="342240" cy="34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6" name="Gruppieren 515">
            <a:extLst>
              <a:ext uri="{FF2B5EF4-FFF2-40B4-BE49-F238E27FC236}">
                <a16:creationId xmlns:a16="http://schemas.microsoft.com/office/drawing/2014/main" id="{82763AC7-D497-F9EF-C6C5-D3229D7F33F9}"/>
              </a:ext>
            </a:extLst>
          </p:cNvPr>
          <p:cNvGrpSpPr/>
          <p:nvPr/>
        </p:nvGrpSpPr>
        <p:grpSpPr>
          <a:xfrm>
            <a:off x="4570715" y="5301012"/>
            <a:ext cx="756000" cy="756000"/>
            <a:chOff x="3747007" y="5301012"/>
            <a:chExt cx="756000" cy="756000"/>
          </a:xfrm>
        </p:grpSpPr>
        <p:sp>
          <p:nvSpPr>
            <p:cNvPr id="517" name="Rechteck 516">
              <a:extLst>
                <a:ext uri="{FF2B5EF4-FFF2-40B4-BE49-F238E27FC236}">
                  <a16:creationId xmlns:a16="http://schemas.microsoft.com/office/drawing/2014/main" id="{B4D30EA1-89B2-EEEF-DD93-E921BDF34DE0}"/>
                </a:ext>
              </a:extLst>
            </p:cNvPr>
            <p:cNvSpPr/>
            <p:nvPr/>
          </p:nvSpPr>
          <p:spPr>
            <a:xfrm>
              <a:off x="3747007" y="5301012"/>
              <a:ext cx="756000" cy="756000"/>
            </a:xfrm>
            <a:prstGeom prst="rect">
              <a:avLst/>
            </a:prstGeom>
            <a:solidFill>
              <a:srgbClr val="45A74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18" name="Gerader Verbinder 517">
              <a:extLst>
                <a:ext uri="{FF2B5EF4-FFF2-40B4-BE49-F238E27FC236}">
                  <a16:creationId xmlns:a16="http://schemas.microsoft.com/office/drawing/2014/main" id="{1E8338BB-A53A-6CCA-2E1C-E95EB427FFCA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07" y="5629851"/>
              <a:ext cx="75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19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  <a:extLst>
                <a:ext uri="{FF2B5EF4-FFF2-40B4-BE49-F238E27FC236}">
                  <a16:creationId xmlns:a16="http://schemas.microsoft.com/office/drawing/2014/main" id="{A0C0B620-0E06-F20F-5051-A944F3C321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2767" y="5679012"/>
              <a:ext cx="342240" cy="34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0" name="Gruppieren 519">
            <a:extLst>
              <a:ext uri="{FF2B5EF4-FFF2-40B4-BE49-F238E27FC236}">
                <a16:creationId xmlns:a16="http://schemas.microsoft.com/office/drawing/2014/main" id="{2806E105-90BE-5C35-7169-BE702950662F}"/>
              </a:ext>
            </a:extLst>
          </p:cNvPr>
          <p:cNvGrpSpPr/>
          <p:nvPr/>
        </p:nvGrpSpPr>
        <p:grpSpPr>
          <a:xfrm>
            <a:off x="5394423" y="5301012"/>
            <a:ext cx="756000" cy="756000"/>
            <a:chOff x="3747007" y="5301012"/>
            <a:chExt cx="756000" cy="756000"/>
          </a:xfrm>
        </p:grpSpPr>
        <p:sp>
          <p:nvSpPr>
            <p:cNvPr id="521" name="Rechteck 520">
              <a:extLst>
                <a:ext uri="{FF2B5EF4-FFF2-40B4-BE49-F238E27FC236}">
                  <a16:creationId xmlns:a16="http://schemas.microsoft.com/office/drawing/2014/main" id="{D3D730BF-C352-A605-52BC-6CB9FDE0ADF7}"/>
                </a:ext>
              </a:extLst>
            </p:cNvPr>
            <p:cNvSpPr/>
            <p:nvPr/>
          </p:nvSpPr>
          <p:spPr>
            <a:xfrm>
              <a:off x="3747007" y="5301012"/>
              <a:ext cx="756000" cy="756000"/>
            </a:xfrm>
            <a:prstGeom prst="rect">
              <a:avLst/>
            </a:prstGeom>
            <a:solidFill>
              <a:srgbClr val="E69F43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22" name="Gerader Verbinder 521">
              <a:extLst>
                <a:ext uri="{FF2B5EF4-FFF2-40B4-BE49-F238E27FC236}">
                  <a16:creationId xmlns:a16="http://schemas.microsoft.com/office/drawing/2014/main" id="{F5EDEC93-C6C2-030A-8721-476A5ECB0B7F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07" y="5629851"/>
              <a:ext cx="75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23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  <a:extLst>
                <a:ext uri="{FF2B5EF4-FFF2-40B4-BE49-F238E27FC236}">
                  <a16:creationId xmlns:a16="http://schemas.microsoft.com/office/drawing/2014/main" id="{90C9999D-8472-85EB-5332-91C89BA9A7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2767" y="5679012"/>
              <a:ext cx="342240" cy="34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4" name="Gruppieren 523">
            <a:extLst>
              <a:ext uri="{FF2B5EF4-FFF2-40B4-BE49-F238E27FC236}">
                <a16:creationId xmlns:a16="http://schemas.microsoft.com/office/drawing/2014/main" id="{04ECE3DF-53FD-1DA2-AEB0-EF2A78B18503}"/>
              </a:ext>
            </a:extLst>
          </p:cNvPr>
          <p:cNvGrpSpPr/>
          <p:nvPr/>
        </p:nvGrpSpPr>
        <p:grpSpPr>
          <a:xfrm>
            <a:off x="6218131" y="5301012"/>
            <a:ext cx="756000" cy="756000"/>
            <a:chOff x="3747007" y="5301012"/>
            <a:chExt cx="756000" cy="756000"/>
          </a:xfrm>
        </p:grpSpPr>
        <p:sp>
          <p:nvSpPr>
            <p:cNvPr id="525" name="Rechteck 524">
              <a:extLst>
                <a:ext uri="{FF2B5EF4-FFF2-40B4-BE49-F238E27FC236}">
                  <a16:creationId xmlns:a16="http://schemas.microsoft.com/office/drawing/2014/main" id="{3F610A61-0965-48F8-A0D1-B3C7C0D6A5E1}"/>
                </a:ext>
              </a:extLst>
            </p:cNvPr>
            <p:cNvSpPr/>
            <p:nvPr/>
          </p:nvSpPr>
          <p:spPr>
            <a:xfrm>
              <a:off x="3747007" y="5301012"/>
              <a:ext cx="756000" cy="756000"/>
            </a:xfrm>
            <a:prstGeom prst="rect">
              <a:avLst/>
            </a:prstGeom>
            <a:solidFill>
              <a:srgbClr val="3792F5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26" name="Gerader Verbinder 525">
              <a:extLst>
                <a:ext uri="{FF2B5EF4-FFF2-40B4-BE49-F238E27FC236}">
                  <a16:creationId xmlns:a16="http://schemas.microsoft.com/office/drawing/2014/main" id="{E389A609-EC8A-E78A-9D16-AE15F8A3307C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07" y="5629851"/>
              <a:ext cx="75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27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  <a:extLst>
                <a:ext uri="{FF2B5EF4-FFF2-40B4-BE49-F238E27FC236}">
                  <a16:creationId xmlns:a16="http://schemas.microsoft.com/office/drawing/2014/main" id="{ED8EA1BE-2CC6-740F-7598-B7EC99084D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2767" y="5679012"/>
              <a:ext cx="342240" cy="34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8" name="Gruppieren 527">
            <a:extLst>
              <a:ext uri="{FF2B5EF4-FFF2-40B4-BE49-F238E27FC236}">
                <a16:creationId xmlns:a16="http://schemas.microsoft.com/office/drawing/2014/main" id="{0443EEC8-A721-885C-8BBC-A5A9EF7EA313}"/>
              </a:ext>
            </a:extLst>
          </p:cNvPr>
          <p:cNvGrpSpPr/>
          <p:nvPr/>
        </p:nvGrpSpPr>
        <p:grpSpPr>
          <a:xfrm>
            <a:off x="7041839" y="5301012"/>
            <a:ext cx="756000" cy="756000"/>
            <a:chOff x="3747007" y="5301012"/>
            <a:chExt cx="756000" cy="756000"/>
          </a:xfrm>
        </p:grpSpPr>
        <p:sp>
          <p:nvSpPr>
            <p:cNvPr id="529" name="Rechteck 528">
              <a:extLst>
                <a:ext uri="{FF2B5EF4-FFF2-40B4-BE49-F238E27FC236}">
                  <a16:creationId xmlns:a16="http://schemas.microsoft.com/office/drawing/2014/main" id="{7FDDE648-DF20-4BB7-C622-41296975F037}"/>
                </a:ext>
              </a:extLst>
            </p:cNvPr>
            <p:cNvSpPr/>
            <p:nvPr/>
          </p:nvSpPr>
          <p:spPr>
            <a:xfrm>
              <a:off x="3747007" y="5301012"/>
              <a:ext cx="756000" cy="756000"/>
            </a:xfrm>
            <a:prstGeom prst="rect">
              <a:avLst/>
            </a:prstGeom>
            <a:solidFill>
              <a:srgbClr val="BF65D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30" name="Gerader Verbinder 529">
              <a:extLst>
                <a:ext uri="{FF2B5EF4-FFF2-40B4-BE49-F238E27FC236}">
                  <a16:creationId xmlns:a16="http://schemas.microsoft.com/office/drawing/2014/main" id="{B661E3F6-D480-C647-B0F7-803EBC679113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07" y="5629851"/>
              <a:ext cx="75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31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  <a:extLst>
                <a:ext uri="{FF2B5EF4-FFF2-40B4-BE49-F238E27FC236}">
                  <a16:creationId xmlns:a16="http://schemas.microsoft.com/office/drawing/2014/main" id="{BB8AB1C3-5BE0-2DFC-1EB9-30E1C55A09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2767" y="5679012"/>
              <a:ext cx="342240" cy="34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32" name="Gruppieren 531">
            <a:extLst>
              <a:ext uri="{FF2B5EF4-FFF2-40B4-BE49-F238E27FC236}">
                <a16:creationId xmlns:a16="http://schemas.microsoft.com/office/drawing/2014/main" id="{F5B6CA24-B842-1A45-155B-E7B68BCCD557}"/>
              </a:ext>
            </a:extLst>
          </p:cNvPr>
          <p:cNvGrpSpPr/>
          <p:nvPr/>
        </p:nvGrpSpPr>
        <p:grpSpPr>
          <a:xfrm>
            <a:off x="7874683" y="1191370"/>
            <a:ext cx="756000" cy="756000"/>
            <a:chOff x="3747007" y="5301012"/>
            <a:chExt cx="756000" cy="756000"/>
          </a:xfrm>
        </p:grpSpPr>
        <p:sp>
          <p:nvSpPr>
            <p:cNvPr id="533" name="Rechteck 532">
              <a:extLst>
                <a:ext uri="{FF2B5EF4-FFF2-40B4-BE49-F238E27FC236}">
                  <a16:creationId xmlns:a16="http://schemas.microsoft.com/office/drawing/2014/main" id="{8B21BAC8-6A71-51B3-4B4B-8F6C8C8A64CA}"/>
                </a:ext>
              </a:extLst>
            </p:cNvPr>
            <p:cNvSpPr/>
            <p:nvPr/>
          </p:nvSpPr>
          <p:spPr>
            <a:xfrm>
              <a:off x="3747007" y="5301012"/>
              <a:ext cx="756000" cy="756000"/>
            </a:xfrm>
            <a:prstGeom prst="rect">
              <a:avLst/>
            </a:prstGeom>
            <a:solidFill>
              <a:srgbClr val="DE7055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34" name="Gerader Verbinder 533">
              <a:extLst>
                <a:ext uri="{FF2B5EF4-FFF2-40B4-BE49-F238E27FC236}">
                  <a16:creationId xmlns:a16="http://schemas.microsoft.com/office/drawing/2014/main" id="{3B02DA01-D20C-9BA5-430B-ED24AEFF9A3D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07" y="5629851"/>
              <a:ext cx="75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35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  <a:extLst>
                <a:ext uri="{FF2B5EF4-FFF2-40B4-BE49-F238E27FC236}">
                  <a16:creationId xmlns:a16="http://schemas.microsoft.com/office/drawing/2014/main" id="{7164CB0C-96D5-30A6-A021-731F967F24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2767" y="5679012"/>
              <a:ext cx="342240" cy="34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36" name="Gruppieren 535">
            <a:extLst>
              <a:ext uri="{FF2B5EF4-FFF2-40B4-BE49-F238E27FC236}">
                <a16:creationId xmlns:a16="http://schemas.microsoft.com/office/drawing/2014/main" id="{06B175D4-146B-D35B-66A4-C4EEFB07883A}"/>
              </a:ext>
            </a:extLst>
          </p:cNvPr>
          <p:cNvGrpSpPr/>
          <p:nvPr/>
        </p:nvGrpSpPr>
        <p:grpSpPr>
          <a:xfrm>
            <a:off x="7872770" y="2019620"/>
            <a:ext cx="756000" cy="756000"/>
            <a:chOff x="3747007" y="5301012"/>
            <a:chExt cx="756000" cy="756000"/>
          </a:xfrm>
        </p:grpSpPr>
        <p:sp>
          <p:nvSpPr>
            <p:cNvPr id="537" name="Rechteck 536">
              <a:extLst>
                <a:ext uri="{FF2B5EF4-FFF2-40B4-BE49-F238E27FC236}">
                  <a16:creationId xmlns:a16="http://schemas.microsoft.com/office/drawing/2014/main" id="{FB73C6B5-6EEF-F8CE-52FA-A867F5BA33BA}"/>
                </a:ext>
              </a:extLst>
            </p:cNvPr>
            <p:cNvSpPr/>
            <p:nvPr/>
          </p:nvSpPr>
          <p:spPr>
            <a:xfrm>
              <a:off x="3747007" y="5301012"/>
              <a:ext cx="756000" cy="756000"/>
            </a:xfrm>
            <a:prstGeom prst="rect">
              <a:avLst/>
            </a:prstGeom>
            <a:solidFill>
              <a:srgbClr val="45A74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38" name="Gerader Verbinder 537">
              <a:extLst>
                <a:ext uri="{FF2B5EF4-FFF2-40B4-BE49-F238E27FC236}">
                  <a16:creationId xmlns:a16="http://schemas.microsoft.com/office/drawing/2014/main" id="{9A94384D-FB19-826C-3D4C-0540D01264E1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07" y="5629851"/>
              <a:ext cx="75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39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  <a:extLst>
                <a:ext uri="{FF2B5EF4-FFF2-40B4-BE49-F238E27FC236}">
                  <a16:creationId xmlns:a16="http://schemas.microsoft.com/office/drawing/2014/main" id="{AC94F7E7-B8AA-E0CE-C981-4EDCD47542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2767" y="5679012"/>
              <a:ext cx="342240" cy="34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0" name="Gruppieren 539">
            <a:extLst>
              <a:ext uri="{FF2B5EF4-FFF2-40B4-BE49-F238E27FC236}">
                <a16:creationId xmlns:a16="http://schemas.microsoft.com/office/drawing/2014/main" id="{61467A3A-2191-8668-C333-CC5E6BE9D779}"/>
              </a:ext>
            </a:extLst>
          </p:cNvPr>
          <p:cNvGrpSpPr/>
          <p:nvPr/>
        </p:nvGrpSpPr>
        <p:grpSpPr>
          <a:xfrm>
            <a:off x="7865112" y="2828682"/>
            <a:ext cx="756000" cy="756000"/>
            <a:chOff x="3747007" y="5301012"/>
            <a:chExt cx="756000" cy="756000"/>
          </a:xfrm>
        </p:grpSpPr>
        <p:sp>
          <p:nvSpPr>
            <p:cNvPr id="541" name="Rechteck 540">
              <a:extLst>
                <a:ext uri="{FF2B5EF4-FFF2-40B4-BE49-F238E27FC236}">
                  <a16:creationId xmlns:a16="http://schemas.microsoft.com/office/drawing/2014/main" id="{C81E0CA9-863A-DE1C-37E9-24A55EF7FDF6}"/>
                </a:ext>
              </a:extLst>
            </p:cNvPr>
            <p:cNvSpPr/>
            <p:nvPr/>
          </p:nvSpPr>
          <p:spPr>
            <a:xfrm>
              <a:off x="3747007" y="5301012"/>
              <a:ext cx="756000" cy="756000"/>
            </a:xfrm>
            <a:prstGeom prst="rect">
              <a:avLst/>
            </a:prstGeom>
            <a:solidFill>
              <a:srgbClr val="E69F43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42" name="Gerader Verbinder 541">
              <a:extLst>
                <a:ext uri="{FF2B5EF4-FFF2-40B4-BE49-F238E27FC236}">
                  <a16:creationId xmlns:a16="http://schemas.microsoft.com/office/drawing/2014/main" id="{B05E1FF3-FC7F-55CF-F957-69BC8E3C5B1F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07" y="5629851"/>
              <a:ext cx="75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43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  <a:extLst>
                <a:ext uri="{FF2B5EF4-FFF2-40B4-BE49-F238E27FC236}">
                  <a16:creationId xmlns:a16="http://schemas.microsoft.com/office/drawing/2014/main" id="{8C6B1D9B-7AFF-A182-74A0-34DB92E2F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2767" y="5679012"/>
              <a:ext cx="342240" cy="34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4" name="Gruppieren 543">
            <a:extLst>
              <a:ext uri="{FF2B5EF4-FFF2-40B4-BE49-F238E27FC236}">
                <a16:creationId xmlns:a16="http://schemas.microsoft.com/office/drawing/2014/main" id="{627A8E6A-6827-AC97-5F65-E4CF7834049C}"/>
              </a:ext>
            </a:extLst>
          </p:cNvPr>
          <p:cNvGrpSpPr/>
          <p:nvPr/>
        </p:nvGrpSpPr>
        <p:grpSpPr>
          <a:xfrm>
            <a:off x="7872854" y="3643809"/>
            <a:ext cx="756000" cy="756000"/>
            <a:chOff x="3747007" y="5301012"/>
            <a:chExt cx="756000" cy="756000"/>
          </a:xfrm>
        </p:grpSpPr>
        <p:sp>
          <p:nvSpPr>
            <p:cNvPr id="545" name="Rechteck 544">
              <a:extLst>
                <a:ext uri="{FF2B5EF4-FFF2-40B4-BE49-F238E27FC236}">
                  <a16:creationId xmlns:a16="http://schemas.microsoft.com/office/drawing/2014/main" id="{3BD3434F-46C8-0B59-6A9D-60DC0135F30E}"/>
                </a:ext>
              </a:extLst>
            </p:cNvPr>
            <p:cNvSpPr/>
            <p:nvPr/>
          </p:nvSpPr>
          <p:spPr>
            <a:xfrm>
              <a:off x="3747007" y="5301012"/>
              <a:ext cx="756000" cy="756000"/>
            </a:xfrm>
            <a:prstGeom prst="rect">
              <a:avLst/>
            </a:prstGeom>
            <a:solidFill>
              <a:srgbClr val="3792F5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46" name="Gerader Verbinder 545">
              <a:extLst>
                <a:ext uri="{FF2B5EF4-FFF2-40B4-BE49-F238E27FC236}">
                  <a16:creationId xmlns:a16="http://schemas.microsoft.com/office/drawing/2014/main" id="{E4DB6DA4-761D-39FA-54E3-CC54B49248A3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07" y="5629851"/>
              <a:ext cx="75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47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  <a:extLst>
                <a:ext uri="{FF2B5EF4-FFF2-40B4-BE49-F238E27FC236}">
                  <a16:creationId xmlns:a16="http://schemas.microsoft.com/office/drawing/2014/main" id="{6E74F3CB-972E-275B-B910-42A3898780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2767" y="5679012"/>
              <a:ext cx="342240" cy="34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8" name="Gruppieren 547">
            <a:extLst>
              <a:ext uri="{FF2B5EF4-FFF2-40B4-BE49-F238E27FC236}">
                <a16:creationId xmlns:a16="http://schemas.microsoft.com/office/drawing/2014/main" id="{BB3FD2F7-3ADE-BB10-B19E-4239CA1AF806}"/>
              </a:ext>
            </a:extLst>
          </p:cNvPr>
          <p:cNvGrpSpPr/>
          <p:nvPr/>
        </p:nvGrpSpPr>
        <p:grpSpPr>
          <a:xfrm>
            <a:off x="7872853" y="4466031"/>
            <a:ext cx="756000" cy="756000"/>
            <a:chOff x="3747007" y="5301012"/>
            <a:chExt cx="756000" cy="756000"/>
          </a:xfrm>
        </p:grpSpPr>
        <p:sp>
          <p:nvSpPr>
            <p:cNvPr id="549" name="Rechteck 548">
              <a:extLst>
                <a:ext uri="{FF2B5EF4-FFF2-40B4-BE49-F238E27FC236}">
                  <a16:creationId xmlns:a16="http://schemas.microsoft.com/office/drawing/2014/main" id="{D7BA1AD6-9098-107D-EB28-6FB3B84CD4A5}"/>
                </a:ext>
              </a:extLst>
            </p:cNvPr>
            <p:cNvSpPr/>
            <p:nvPr/>
          </p:nvSpPr>
          <p:spPr>
            <a:xfrm>
              <a:off x="3747007" y="5301012"/>
              <a:ext cx="756000" cy="756000"/>
            </a:xfrm>
            <a:prstGeom prst="rect">
              <a:avLst/>
            </a:prstGeom>
            <a:solidFill>
              <a:srgbClr val="BF65D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50" name="Gerader Verbinder 549">
              <a:extLst>
                <a:ext uri="{FF2B5EF4-FFF2-40B4-BE49-F238E27FC236}">
                  <a16:creationId xmlns:a16="http://schemas.microsoft.com/office/drawing/2014/main" id="{45291553-DEAF-D5CD-563E-BC42D142F8B4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07" y="5629851"/>
              <a:ext cx="756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1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  <a:extLst>
                <a:ext uri="{FF2B5EF4-FFF2-40B4-BE49-F238E27FC236}">
                  <a16:creationId xmlns:a16="http://schemas.microsoft.com/office/drawing/2014/main" id="{BE0B1CBA-A707-D9AD-1F3F-F85BF404F3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2767" y="5679012"/>
              <a:ext cx="342240" cy="342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52" name="Textfeld 551">
            <a:extLst>
              <a:ext uri="{FF2B5EF4-FFF2-40B4-BE49-F238E27FC236}">
                <a16:creationId xmlns:a16="http://schemas.microsoft.com/office/drawing/2014/main" id="{B7D55C8A-8BC6-D2E1-74DF-5E604467914A}"/>
              </a:ext>
            </a:extLst>
          </p:cNvPr>
          <p:cNvSpPr txBox="1"/>
          <p:nvPr/>
        </p:nvSpPr>
        <p:spPr>
          <a:xfrm>
            <a:off x="4163660" y="5625255"/>
            <a:ext cx="25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1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53" name="Textfeld 552">
            <a:extLst>
              <a:ext uri="{FF2B5EF4-FFF2-40B4-BE49-F238E27FC236}">
                <a16:creationId xmlns:a16="http://schemas.microsoft.com/office/drawing/2014/main" id="{85753339-055A-C72F-A290-3BB32727265D}"/>
              </a:ext>
            </a:extLst>
          </p:cNvPr>
          <p:cNvSpPr txBox="1"/>
          <p:nvPr/>
        </p:nvSpPr>
        <p:spPr>
          <a:xfrm>
            <a:off x="4983820" y="5625254"/>
            <a:ext cx="25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2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55" name="Textfeld 554">
            <a:extLst>
              <a:ext uri="{FF2B5EF4-FFF2-40B4-BE49-F238E27FC236}">
                <a16:creationId xmlns:a16="http://schemas.microsoft.com/office/drawing/2014/main" id="{5F3B0CDA-D198-9ECB-F6E6-1A1B7771AB40}"/>
              </a:ext>
            </a:extLst>
          </p:cNvPr>
          <p:cNvSpPr txBox="1"/>
          <p:nvPr/>
        </p:nvSpPr>
        <p:spPr>
          <a:xfrm>
            <a:off x="5824624" y="5625254"/>
            <a:ext cx="25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1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56" name="Textfeld 555">
            <a:extLst>
              <a:ext uri="{FF2B5EF4-FFF2-40B4-BE49-F238E27FC236}">
                <a16:creationId xmlns:a16="http://schemas.microsoft.com/office/drawing/2014/main" id="{4A8594E3-C3C8-2848-C418-5B06F49FDD77}"/>
              </a:ext>
            </a:extLst>
          </p:cNvPr>
          <p:cNvSpPr txBox="1"/>
          <p:nvPr/>
        </p:nvSpPr>
        <p:spPr>
          <a:xfrm>
            <a:off x="6634261" y="5625253"/>
            <a:ext cx="25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1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57" name="Textfeld 556">
            <a:extLst>
              <a:ext uri="{FF2B5EF4-FFF2-40B4-BE49-F238E27FC236}">
                <a16:creationId xmlns:a16="http://schemas.microsoft.com/office/drawing/2014/main" id="{2D989687-4E45-DC38-72B1-381FF4FE540C}"/>
              </a:ext>
            </a:extLst>
          </p:cNvPr>
          <p:cNvSpPr txBox="1"/>
          <p:nvPr/>
        </p:nvSpPr>
        <p:spPr>
          <a:xfrm>
            <a:off x="7454421" y="5625252"/>
            <a:ext cx="25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1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59" name="Textfeld 558">
            <a:extLst>
              <a:ext uri="{FF2B5EF4-FFF2-40B4-BE49-F238E27FC236}">
                <a16:creationId xmlns:a16="http://schemas.microsoft.com/office/drawing/2014/main" id="{5A61D88A-6087-84D9-EC18-74342970AAD4}"/>
              </a:ext>
            </a:extLst>
          </p:cNvPr>
          <p:cNvSpPr txBox="1"/>
          <p:nvPr/>
        </p:nvSpPr>
        <p:spPr>
          <a:xfrm>
            <a:off x="8295797" y="1507553"/>
            <a:ext cx="25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3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60" name="Textfeld 559">
            <a:extLst>
              <a:ext uri="{FF2B5EF4-FFF2-40B4-BE49-F238E27FC236}">
                <a16:creationId xmlns:a16="http://schemas.microsoft.com/office/drawing/2014/main" id="{B3A8BF1C-371D-9D26-641C-75626FCDE802}"/>
              </a:ext>
            </a:extLst>
          </p:cNvPr>
          <p:cNvSpPr txBox="1"/>
          <p:nvPr/>
        </p:nvSpPr>
        <p:spPr>
          <a:xfrm>
            <a:off x="8295797" y="2340963"/>
            <a:ext cx="25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1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61" name="Textfeld 560">
            <a:extLst>
              <a:ext uri="{FF2B5EF4-FFF2-40B4-BE49-F238E27FC236}">
                <a16:creationId xmlns:a16="http://schemas.microsoft.com/office/drawing/2014/main" id="{4FED006C-5CD5-56B4-B13E-B0586316D3D2}"/>
              </a:ext>
            </a:extLst>
          </p:cNvPr>
          <p:cNvSpPr txBox="1"/>
          <p:nvPr/>
        </p:nvSpPr>
        <p:spPr>
          <a:xfrm>
            <a:off x="8295797" y="3139841"/>
            <a:ext cx="25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1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62" name="Textfeld 561">
            <a:extLst>
              <a:ext uri="{FF2B5EF4-FFF2-40B4-BE49-F238E27FC236}">
                <a16:creationId xmlns:a16="http://schemas.microsoft.com/office/drawing/2014/main" id="{5DCCB4BE-D2E1-DC9C-1D37-8194D5F5E0B5}"/>
              </a:ext>
            </a:extLst>
          </p:cNvPr>
          <p:cNvSpPr txBox="1"/>
          <p:nvPr/>
        </p:nvSpPr>
        <p:spPr>
          <a:xfrm>
            <a:off x="8295797" y="3979677"/>
            <a:ext cx="25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2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63" name="Textfeld 562">
            <a:extLst>
              <a:ext uri="{FF2B5EF4-FFF2-40B4-BE49-F238E27FC236}">
                <a16:creationId xmlns:a16="http://schemas.microsoft.com/office/drawing/2014/main" id="{E6990CDC-E2A3-7E88-75B1-2D7D85CC6E05}"/>
              </a:ext>
            </a:extLst>
          </p:cNvPr>
          <p:cNvSpPr txBox="1"/>
          <p:nvPr/>
        </p:nvSpPr>
        <p:spPr>
          <a:xfrm>
            <a:off x="8297888" y="4780758"/>
            <a:ext cx="25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1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64" name="Textfeld 563">
            <a:extLst>
              <a:ext uri="{FF2B5EF4-FFF2-40B4-BE49-F238E27FC236}">
                <a16:creationId xmlns:a16="http://schemas.microsoft.com/office/drawing/2014/main" id="{ADBA80BB-83DB-4CA6-4893-9A2896CF3558}"/>
              </a:ext>
            </a:extLst>
          </p:cNvPr>
          <p:cNvSpPr txBox="1"/>
          <p:nvPr/>
        </p:nvSpPr>
        <p:spPr>
          <a:xfrm>
            <a:off x="4011260" y="5245789"/>
            <a:ext cx="61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04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65" name="Textfeld 564">
            <a:extLst>
              <a:ext uri="{FF2B5EF4-FFF2-40B4-BE49-F238E27FC236}">
                <a16:creationId xmlns:a16="http://schemas.microsoft.com/office/drawing/2014/main" id="{53EAE61E-16C5-489C-FD18-9C1DAF603932}"/>
              </a:ext>
            </a:extLst>
          </p:cNvPr>
          <p:cNvSpPr txBox="1"/>
          <p:nvPr/>
        </p:nvSpPr>
        <p:spPr>
          <a:xfrm>
            <a:off x="4874153" y="5245789"/>
            <a:ext cx="61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03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66" name="Textfeld 565">
            <a:extLst>
              <a:ext uri="{FF2B5EF4-FFF2-40B4-BE49-F238E27FC236}">
                <a16:creationId xmlns:a16="http://schemas.microsoft.com/office/drawing/2014/main" id="{C758F1DE-5F36-6720-7F58-B787B372DD92}"/>
              </a:ext>
            </a:extLst>
          </p:cNvPr>
          <p:cNvSpPr txBox="1"/>
          <p:nvPr/>
        </p:nvSpPr>
        <p:spPr>
          <a:xfrm>
            <a:off x="5686246" y="5245789"/>
            <a:ext cx="61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04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67" name="Textfeld 566">
            <a:extLst>
              <a:ext uri="{FF2B5EF4-FFF2-40B4-BE49-F238E27FC236}">
                <a16:creationId xmlns:a16="http://schemas.microsoft.com/office/drawing/2014/main" id="{59071BCA-C7C1-FD1D-1BF4-CEE91C68343C}"/>
              </a:ext>
            </a:extLst>
          </p:cNvPr>
          <p:cNvSpPr txBox="1"/>
          <p:nvPr/>
        </p:nvSpPr>
        <p:spPr>
          <a:xfrm>
            <a:off x="6518659" y="5245789"/>
            <a:ext cx="61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05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68" name="Textfeld 567">
            <a:extLst>
              <a:ext uri="{FF2B5EF4-FFF2-40B4-BE49-F238E27FC236}">
                <a16:creationId xmlns:a16="http://schemas.microsoft.com/office/drawing/2014/main" id="{6395200A-30D2-46C6-21F6-F3FC00462725}"/>
              </a:ext>
            </a:extLst>
          </p:cNvPr>
          <p:cNvSpPr txBox="1"/>
          <p:nvPr/>
        </p:nvSpPr>
        <p:spPr>
          <a:xfrm>
            <a:off x="7351072" y="5245789"/>
            <a:ext cx="61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06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69" name="Textfeld 568">
            <a:extLst>
              <a:ext uri="{FF2B5EF4-FFF2-40B4-BE49-F238E27FC236}">
                <a16:creationId xmlns:a16="http://schemas.microsoft.com/office/drawing/2014/main" id="{2A2EC94B-662E-34BD-814E-0AC003EC7E7B}"/>
              </a:ext>
            </a:extLst>
          </p:cNvPr>
          <p:cNvSpPr txBox="1"/>
          <p:nvPr/>
        </p:nvSpPr>
        <p:spPr>
          <a:xfrm>
            <a:off x="8156888" y="1135808"/>
            <a:ext cx="61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02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70" name="Textfeld 569">
            <a:extLst>
              <a:ext uri="{FF2B5EF4-FFF2-40B4-BE49-F238E27FC236}">
                <a16:creationId xmlns:a16="http://schemas.microsoft.com/office/drawing/2014/main" id="{983DF212-4028-6D31-7E61-AE563C73ED4F}"/>
              </a:ext>
            </a:extLst>
          </p:cNvPr>
          <p:cNvSpPr txBox="1"/>
          <p:nvPr/>
        </p:nvSpPr>
        <p:spPr>
          <a:xfrm>
            <a:off x="8169856" y="1952177"/>
            <a:ext cx="61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07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71" name="Textfeld 570">
            <a:extLst>
              <a:ext uri="{FF2B5EF4-FFF2-40B4-BE49-F238E27FC236}">
                <a16:creationId xmlns:a16="http://schemas.microsoft.com/office/drawing/2014/main" id="{E777BB23-5740-D1CC-9744-50CECB9DC8F2}"/>
              </a:ext>
            </a:extLst>
          </p:cNvPr>
          <p:cNvSpPr txBox="1"/>
          <p:nvPr/>
        </p:nvSpPr>
        <p:spPr>
          <a:xfrm>
            <a:off x="8172664" y="2768546"/>
            <a:ext cx="61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04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72" name="Textfeld 571">
            <a:extLst>
              <a:ext uri="{FF2B5EF4-FFF2-40B4-BE49-F238E27FC236}">
                <a16:creationId xmlns:a16="http://schemas.microsoft.com/office/drawing/2014/main" id="{8ADE9154-8A7D-2CAE-FDB5-DD5F61943E3F}"/>
              </a:ext>
            </a:extLst>
          </p:cNvPr>
          <p:cNvSpPr txBox="1"/>
          <p:nvPr/>
        </p:nvSpPr>
        <p:spPr>
          <a:xfrm>
            <a:off x="8165312" y="3584915"/>
            <a:ext cx="61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03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573" name="Textfeld 572">
            <a:extLst>
              <a:ext uri="{FF2B5EF4-FFF2-40B4-BE49-F238E27FC236}">
                <a16:creationId xmlns:a16="http://schemas.microsoft.com/office/drawing/2014/main" id="{876576F4-9927-FABC-98A8-FD06B23DDF98}"/>
              </a:ext>
            </a:extLst>
          </p:cNvPr>
          <p:cNvSpPr txBox="1"/>
          <p:nvPr/>
        </p:nvSpPr>
        <p:spPr>
          <a:xfrm>
            <a:off x="8157960" y="4401284"/>
            <a:ext cx="61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onsolas" panose="020B0609020204030204" pitchFamily="49" charset="0"/>
              </a:rPr>
              <a:t>04</a:t>
            </a:r>
            <a:endParaRPr lang="de-DE" sz="3200" dirty="0">
              <a:latin typeface="Consolas" panose="020B0609020204030204" pitchFamily="49" charset="0"/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44DBD98F-9AFB-F4DB-F4D1-63A5EC55E6F9}"/>
              </a:ext>
            </a:extLst>
          </p:cNvPr>
          <p:cNvSpPr txBox="1"/>
          <p:nvPr/>
        </p:nvSpPr>
        <p:spPr>
          <a:xfrm>
            <a:off x="4603646" y="2759154"/>
            <a:ext cx="3133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/\ beim aufdecken einer Mine,</a:t>
            </a:r>
          </a:p>
          <a:p>
            <a:r>
              <a:rPr lang="de-DE" dirty="0">
                <a:solidFill>
                  <a:srgbClr val="002060"/>
                </a:solidFill>
              </a:rPr>
              <a:t> | verliert man seinen „</a:t>
            </a:r>
            <a:r>
              <a:rPr lang="de-DE" dirty="0" err="1">
                <a:solidFill>
                  <a:srgbClr val="002060"/>
                </a:solidFill>
              </a:rPr>
              <a:t>currentScore</a:t>
            </a:r>
            <a:r>
              <a:rPr lang="de-DE" dirty="0">
                <a:solidFill>
                  <a:srgbClr val="002060"/>
                </a:solidFill>
              </a:rPr>
              <a:t>“</a:t>
            </a:r>
          </a:p>
        </p:txBody>
      </p:sp>
      <p:grpSp>
        <p:nvGrpSpPr>
          <p:cNvPr id="574" name="Gruppieren 573">
            <a:extLst>
              <a:ext uri="{FF2B5EF4-FFF2-40B4-BE49-F238E27FC236}">
                <a16:creationId xmlns:a16="http://schemas.microsoft.com/office/drawing/2014/main" id="{139E14EB-60A9-5692-0793-634E928E6A3D}"/>
              </a:ext>
            </a:extLst>
          </p:cNvPr>
          <p:cNvGrpSpPr/>
          <p:nvPr/>
        </p:nvGrpSpPr>
        <p:grpSpPr>
          <a:xfrm>
            <a:off x="8837543" y="2219081"/>
            <a:ext cx="936000" cy="936000"/>
            <a:chOff x="5686285" y="3416489"/>
            <a:chExt cx="936000" cy="936000"/>
          </a:xfrm>
        </p:grpSpPr>
        <p:sp>
          <p:nvSpPr>
            <p:cNvPr id="575" name="Rechteck 574">
              <a:extLst>
                <a:ext uri="{FF2B5EF4-FFF2-40B4-BE49-F238E27FC236}">
                  <a16:creationId xmlns:a16="http://schemas.microsoft.com/office/drawing/2014/main" id="{60A8BD1B-A957-B678-2AF6-7685A9B7270B}"/>
                </a:ext>
              </a:extLst>
            </p:cNvPr>
            <p:cNvSpPr/>
            <p:nvPr/>
          </p:nvSpPr>
          <p:spPr>
            <a:xfrm>
              <a:off x="5686285" y="3416489"/>
              <a:ext cx="936000" cy="936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76" name="Rechteck 575">
              <a:extLst>
                <a:ext uri="{FF2B5EF4-FFF2-40B4-BE49-F238E27FC236}">
                  <a16:creationId xmlns:a16="http://schemas.microsoft.com/office/drawing/2014/main" id="{3A1219D2-5A2D-5E3F-59F2-D70ACC9915A0}"/>
                </a:ext>
              </a:extLst>
            </p:cNvPr>
            <p:cNvSpPr/>
            <p:nvPr/>
          </p:nvSpPr>
          <p:spPr>
            <a:xfrm>
              <a:off x="5705881" y="415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77" name="Rechteck 576">
              <a:extLst>
                <a:ext uri="{FF2B5EF4-FFF2-40B4-BE49-F238E27FC236}">
                  <a16:creationId xmlns:a16="http://schemas.microsoft.com/office/drawing/2014/main" id="{CBFA5D4F-3FB3-F551-C665-8F08435A5222}"/>
                </a:ext>
              </a:extLst>
            </p:cNvPr>
            <p:cNvSpPr/>
            <p:nvPr/>
          </p:nvSpPr>
          <p:spPr>
            <a:xfrm>
              <a:off x="5885881" y="4155088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78" name="Rechteck 577">
              <a:extLst>
                <a:ext uri="{FF2B5EF4-FFF2-40B4-BE49-F238E27FC236}">
                  <a16:creationId xmlns:a16="http://schemas.microsoft.com/office/drawing/2014/main" id="{4B9B9B11-4F64-F528-01BD-1794943A78D8}"/>
                </a:ext>
              </a:extLst>
            </p:cNvPr>
            <p:cNvSpPr/>
            <p:nvPr/>
          </p:nvSpPr>
          <p:spPr>
            <a:xfrm>
              <a:off x="6065881" y="415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79" name="Rechteck 578">
              <a:extLst>
                <a:ext uri="{FF2B5EF4-FFF2-40B4-BE49-F238E27FC236}">
                  <a16:creationId xmlns:a16="http://schemas.microsoft.com/office/drawing/2014/main" id="{FA86AF33-BFC2-7FEE-BA06-1932E6A23DC2}"/>
                </a:ext>
              </a:extLst>
            </p:cNvPr>
            <p:cNvSpPr/>
            <p:nvPr/>
          </p:nvSpPr>
          <p:spPr>
            <a:xfrm>
              <a:off x="6245881" y="415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80" name="Rechteck 579">
              <a:extLst>
                <a:ext uri="{FF2B5EF4-FFF2-40B4-BE49-F238E27FC236}">
                  <a16:creationId xmlns:a16="http://schemas.microsoft.com/office/drawing/2014/main" id="{11E0BD25-FAFF-1293-1C2E-05796929BB6E}"/>
                </a:ext>
              </a:extLst>
            </p:cNvPr>
            <p:cNvSpPr/>
            <p:nvPr/>
          </p:nvSpPr>
          <p:spPr>
            <a:xfrm>
              <a:off x="6425881" y="415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81" name="Rechteck 580">
              <a:extLst>
                <a:ext uri="{FF2B5EF4-FFF2-40B4-BE49-F238E27FC236}">
                  <a16:creationId xmlns:a16="http://schemas.microsoft.com/office/drawing/2014/main" id="{D9562D68-A277-D3B0-F142-59CEF3D8AD54}"/>
                </a:ext>
              </a:extLst>
            </p:cNvPr>
            <p:cNvSpPr/>
            <p:nvPr/>
          </p:nvSpPr>
          <p:spPr>
            <a:xfrm>
              <a:off x="5705881" y="397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82" name="Rechteck 581">
              <a:extLst>
                <a:ext uri="{FF2B5EF4-FFF2-40B4-BE49-F238E27FC236}">
                  <a16:creationId xmlns:a16="http://schemas.microsoft.com/office/drawing/2014/main" id="{BCDB7B8D-DBD7-325A-7342-8B8C204A2C95}"/>
                </a:ext>
              </a:extLst>
            </p:cNvPr>
            <p:cNvSpPr/>
            <p:nvPr/>
          </p:nvSpPr>
          <p:spPr>
            <a:xfrm>
              <a:off x="5885881" y="3975088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83" name="Rechteck 582">
              <a:extLst>
                <a:ext uri="{FF2B5EF4-FFF2-40B4-BE49-F238E27FC236}">
                  <a16:creationId xmlns:a16="http://schemas.microsoft.com/office/drawing/2014/main" id="{1C569762-7776-3386-A919-DC7E5D5FAE8A}"/>
                </a:ext>
              </a:extLst>
            </p:cNvPr>
            <p:cNvSpPr/>
            <p:nvPr/>
          </p:nvSpPr>
          <p:spPr>
            <a:xfrm>
              <a:off x="6065881" y="397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84" name="Rechteck 583">
              <a:extLst>
                <a:ext uri="{FF2B5EF4-FFF2-40B4-BE49-F238E27FC236}">
                  <a16:creationId xmlns:a16="http://schemas.microsoft.com/office/drawing/2014/main" id="{C35DD53B-BBAD-4428-5180-8C336A584E45}"/>
                </a:ext>
              </a:extLst>
            </p:cNvPr>
            <p:cNvSpPr/>
            <p:nvPr/>
          </p:nvSpPr>
          <p:spPr>
            <a:xfrm>
              <a:off x="6245881" y="397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85" name="Rechteck 584">
              <a:extLst>
                <a:ext uri="{FF2B5EF4-FFF2-40B4-BE49-F238E27FC236}">
                  <a16:creationId xmlns:a16="http://schemas.microsoft.com/office/drawing/2014/main" id="{F4DDA301-B2ED-889A-09AF-C281DFDD7338}"/>
                </a:ext>
              </a:extLst>
            </p:cNvPr>
            <p:cNvSpPr/>
            <p:nvPr/>
          </p:nvSpPr>
          <p:spPr>
            <a:xfrm>
              <a:off x="6425881" y="397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86" name="Rechteck 585">
              <a:extLst>
                <a:ext uri="{FF2B5EF4-FFF2-40B4-BE49-F238E27FC236}">
                  <a16:creationId xmlns:a16="http://schemas.microsoft.com/office/drawing/2014/main" id="{14A8892C-D083-022D-73CE-2B037B56C57E}"/>
                </a:ext>
              </a:extLst>
            </p:cNvPr>
            <p:cNvSpPr/>
            <p:nvPr/>
          </p:nvSpPr>
          <p:spPr>
            <a:xfrm>
              <a:off x="5705881" y="379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87" name="Rechteck 586">
              <a:extLst>
                <a:ext uri="{FF2B5EF4-FFF2-40B4-BE49-F238E27FC236}">
                  <a16:creationId xmlns:a16="http://schemas.microsoft.com/office/drawing/2014/main" id="{F7D4416E-A0E0-5DD6-52C2-25999E7A241E}"/>
                </a:ext>
              </a:extLst>
            </p:cNvPr>
            <p:cNvSpPr/>
            <p:nvPr/>
          </p:nvSpPr>
          <p:spPr>
            <a:xfrm>
              <a:off x="5885881" y="3795088"/>
              <a:ext cx="180000" cy="180000"/>
            </a:xfrm>
            <a:prstGeom prst="rect">
              <a:avLst/>
            </a:prstGeom>
            <a:solidFill>
              <a:srgbClr val="BF65D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88" name="Rechteck 587">
              <a:extLst>
                <a:ext uri="{FF2B5EF4-FFF2-40B4-BE49-F238E27FC236}">
                  <a16:creationId xmlns:a16="http://schemas.microsoft.com/office/drawing/2014/main" id="{86359EE9-1EAA-7D71-77D3-A2D396F1FA1D}"/>
                </a:ext>
              </a:extLst>
            </p:cNvPr>
            <p:cNvSpPr/>
            <p:nvPr/>
          </p:nvSpPr>
          <p:spPr>
            <a:xfrm>
              <a:off x="6065881" y="379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89" name="Rechteck 588">
              <a:extLst>
                <a:ext uri="{FF2B5EF4-FFF2-40B4-BE49-F238E27FC236}">
                  <a16:creationId xmlns:a16="http://schemas.microsoft.com/office/drawing/2014/main" id="{9922A875-6807-081E-C92B-A2759259DDB0}"/>
                </a:ext>
              </a:extLst>
            </p:cNvPr>
            <p:cNvSpPr/>
            <p:nvPr/>
          </p:nvSpPr>
          <p:spPr>
            <a:xfrm>
              <a:off x="6245881" y="379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90" name="Rechteck 589">
              <a:extLst>
                <a:ext uri="{FF2B5EF4-FFF2-40B4-BE49-F238E27FC236}">
                  <a16:creationId xmlns:a16="http://schemas.microsoft.com/office/drawing/2014/main" id="{3D775703-CCCD-8429-3263-8F1B37921BB4}"/>
                </a:ext>
              </a:extLst>
            </p:cNvPr>
            <p:cNvSpPr/>
            <p:nvPr/>
          </p:nvSpPr>
          <p:spPr>
            <a:xfrm>
              <a:off x="6425881" y="379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91" name="Rechteck 590">
              <a:extLst>
                <a:ext uri="{FF2B5EF4-FFF2-40B4-BE49-F238E27FC236}">
                  <a16:creationId xmlns:a16="http://schemas.microsoft.com/office/drawing/2014/main" id="{8C30AA7C-463A-8C3A-9F6A-C84B01E5A3ED}"/>
                </a:ext>
              </a:extLst>
            </p:cNvPr>
            <p:cNvSpPr/>
            <p:nvPr/>
          </p:nvSpPr>
          <p:spPr>
            <a:xfrm>
              <a:off x="5705881" y="361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92" name="Rechteck 591">
              <a:extLst>
                <a:ext uri="{FF2B5EF4-FFF2-40B4-BE49-F238E27FC236}">
                  <a16:creationId xmlns:a16="http://schemas.microsoft.com/office/drawing/2014/main" id="{493D4BF4-4B15-226C-A3F1-95EFBA1082B8}"/>
                </a:ext>
              </a:extLst>
            </p:cNvPr>
            <p:cNvSpPr/>
            <p:nvPr/>
          </p:nvSpPr>
          <p:spPr>
            <a:xfrm>
              <a:off x="5885881" y="3615088"/>
              <a:ext cx="180000" cy="180000"/>
            </a:xfrm>
            <a:prstGeom prst="rect">
              <a:avLst/>
            </a:prstGeom>
            <a:solidFill>
              <a:srgbClr val="D0400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93" name="Rechteck 592">
              <a:extLst>
                <a:ext uri="{FF2B5EF4-FFF2-40B4-BE49-F238E27FC236}">
                  <a16:creationId xmlns:a16="http://schemas.microsoft.com/office/drawing/2014/main" id="{04359E5E-C03D-37E1-ACF0-5F399BB74869}"/>
                </a:ext>
              </a:extLst>
            </p:cNvPr>
            <p:cNvSpPr/>
            <p:nvPr/>
          </p:nvSpPr>
          <p:spPr>
            <a:xfrm>
              <a:off x="6065881" y="361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94" name="Rechteck 593">
              <a:extLst>
                <a:ext uri="{FF2B5EF4-FFF2-40B4-BE49-F238E27FC236}">
                  <a16:creationId xmlns:a16="http://schemas.microsoft.com/office/drawing/2014/main" id="{62954863-D061-05B8-4F42-9CB1065A578C}"/>
                </a:ext>
              </a:extLst>
            </p:cNvPr>
            <p:cNvSpPr/>
            <p:nvPr/>
          </p:nvSpPr>
          <p:spPr>
            <a:xfrm>
              <a:off x="6245881" y="361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95" name="Rechteck 594">
              <a:extLst>
                <a:ext uri="{FF2B5EF4-FFF2-40B4-BE49-F238E27FC236}">
                  <a16:creationId xmlns:a16="http://schemas.microsoft.com/office/drawing/2014/main" id="{CFFC8774-ECAB-4F6E-599A-833E4309925C}"/>
                </a:ext>
              </a:extLst>
            </p:cNvPr>
            <p:cNvSpPr/>
            <p:nvPr/>
          </p:nvSpPr>
          <p:spPr>
            <a:xfrm>
              <a:off x="6425881" y="361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96" name="Rechteck 595">
              <a:extLst>
                <a:ext uri="{FF2B5EF4-FFF2-40B4-BE49-F238E27FC236}">
                  <a16:creationId xmlns:a16="http://schemas.microsoft.com/office/drawing/2014/main" id="{AD8EF1C1-ECD3-15C2-C5B7-C82B7DEC44E6}"/>
                </a:ext>
              </a:extLst>
            </p:cNvPr>
            <p:cNvSpPr/>
            <p:nvPr/>
          </p:nvSpPr>
          <p:spPr>
            <a:xfrm>
              <a:off x="5705881" y="343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97" name="Rechteck 596">
              <a:extLst>
                <a:ext uri="{FF2B5EF4-FFF2-40B4-BE49-F238E27FC236}">
                  <a16:creationId xmlns:a16="http://schemas.microsoft.com/office/drawing/2014/main" id="{65ED27B9-E8F7-3BDB-078A-9E41AD4B7DAD}"/>
                </a:ext>
              </a:extLst>
            </p:cNvPr>
            <p:cNvSpPr/>
            <p:nvPr/>
          </p:nvSpPr>
          <p:spPr>
            <a:xfrm>
              <a:off x="5885881" y="343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98" name="Rechteck 597">
              <a:extLst>
                <a:ext uri="{FF2B5EF4-FFF2-40B4-BE49-F238E27FC236}">
                  <a16:creationId xmlns:a16="http://schemas.microsoft.com/office/drawing/2014/main" id="{ABD4106F-2CBF-257A-CA25-4DDD23DE31F5}"/>
                </a:ext>
              </a:extLst>
            </p:cNvPr>
            <p:cNvSpPr/>
            <p:nvPr/>
          </p:nvSpPr>
          <p:spPr>
            <a:xfrm>
              <a:off x="6065881" y="343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599" name="Rechteck 598">
              <a:extLst>
                <a:ext uri="{FF2B5EF4-FFF2-40B4-BE49-F238E27FC236}">
                  <a16:creationId xmlns:a16="http://schemas.microsoft.com/office/drawing/2014/main" id="{40392B11-2ECF-D290-4F1E-AB9D1FDEC204}"/>
                </a:ext>
              </a:extLst>
            </p:cNvPr>
            <p:cNvSpPr/>
            <p:nvPr/>
          </p:nvSpPr>
          <p:spPr>
            <a:xfrm>
              <a:off x="6245881" y="343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00" name="Rechteck 599">
              <a:extLst>
                <a:ext uri="{FF2B5EF4-FFF2-40B4-BE49-F238E27FC236}">
                  <a16:creationId xmlns:a16="http://schemas.microsoft.com/office/drawing/2014/main" id="{8AAD6BAF-CD29-6309-84A9-D087D06A8649}"/>
                </a:ext>
              </a:extLst>
            </p:cNvPr>
            <p:cNvSpPr/>
            <p:nvPr/>
          </p:nvSpPr>
          <p:spPr>
            <a:xfrm>
              <a:off x="6425881" y="3435088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601" name="Gruppieren 600">
            <a:extLst>
              <a:ext uri="{FF2B5EF4-FFF2-40B4-BE49-F238E27FC236}">
                <a16:creationId xmlns:a16="http://schemas.microsoft.com/office/drawing/2014/main" id="{0C68FF0F-7568-278E-FFB0-9A98028BC7F8}"/>
              </a:ext>
            </a:extLst>
          </p:cNvPr>
          <p:cNvGrpSpPr/>
          <p:nvPr/>
        </p:nvGrpSpPr>
        <p:grpSpPr>
          <a:xfrm>
            <a:off x="8836535" y="3247210"/>
            <a:ext cx="936000" cy="936000"/>
            <a:chOff x="8926285" y="3418112"/>
            <a:chExt cx="936000" cy="936000"/>
          </a:xfrm>
        </p:grpSpPr>
        <p:sp>
          <p:nvSpPr>
            <p:cNvPr id="602" name="Rechteck 601">
              <a:extLst>
                <a:ext uri="{FF2B5EF4-FFF2-40B4-BE49-F238E27FC236}">
                  <a16:creationId xmlns:a16="http://schemas.microsoft.com/office/drawing/2014/main" id="{E49E6D6F-4422-D8B6-5800-7ABCFCD9BB0C}"/>
                </a:ext>
              </a:extLst>
            </p:cNvPr>
            <p:cNvSpPr/>
            <p:nvPr/>
          </p:nvSpPr>
          <p:spPr>
            <a:xfrm>
              <a:off x="8926285" y="3418112"/>
              <a:ext cx="936000" cy="936000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03" name="Rechteck 602">
              <a:extLst>
                <a:ext uri="{FF2B5EF4-FFF2-40B4-BE49-F238E27FC236}">
                  <a16:creationId xmlns:a16="http://schemas.microsoft.com/office/drawing/2014/main" id="{63737A80-EECF-944E-513B-3579B1D68BA6}"/>
                </a:ext>
              </a:extLst>
            </p:cNvPr>
            <p:cNvSpPr/>
            <p:nvPr/>
          </p:nvSpPr>
          <p:spPr>
            <a:xfrm>
              <a:off x="8945881" y="415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04" name="Rechteck 603">
              <a:extLst>
                <a:ext uri="{FF2B5EF4-FFF2-40B4-BE49-F238E27FC236}">
                  <a16:creationId xmlns:a16="http://schemas.microsoft.com/office/drawing/2014/main" id="{5AAE9BCA-5A63-1CA3-AD0D-67827842FAEF}"/>
                </a:ext>
              </a:extLst>
            </p:cNvPr>
            <p:cNvSpPr/>
            <p:nvPr/>
          </p:nvSpPr>
          <p:spPr>
            <a:xfrm>
              <a:off x="9125881" y="4156711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05" name="Rechteck 604">
              <a:extLst>
                <a:ext uri="{FF2B5EF4-FFF2-40B4-BE49-F238E27FC236}">
                  <a16:creationId xmlns:a16="http://schemas.microsoft.com/office/drawing/2014/main" id="{4544B434-95AE-2F0D-54A0-8EB99F185AD3}"/>
                </a:ext>
              </a:extLst>
            </p:cNvPr>
            <p:cNvSpPr/>
            <p:nvPr/>
          </p:nvSpPr>
          <p:spPr>
            <a:xfrm>
              <a:off x="9305881" y="415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06" name="Rechteck 605">
              <a:extLst>
                <a:ext uri="{FF2B5EF4-FFF2-40B4-BE49-F238E27FC236}">
                  <a16:creationId xmlns:a16="http://schemas.microsoft.com/office/drawing/2014/main" id="{DF4E512E-C3BA-F994-1EA0-9E9EDAF09059}"/>
                </a:ext>
              </a:extLst>
            </p:cNvPr>
            <p:cNvSpPr/>
            <p:nvPr/>
          </p:nvSpPr>
          <p:spPr>
            <a:xfrm>
              <a:off x="9485881" y="4156711"/>
              <a:ext cx="180000" cy="180000"/>
            </a:xfrm>
            <a:prstGeom prst="rect">
              <a:avLst/>
            </a:prstGeom>
            <a:solidFill>
              <a:srgbClr val="BF65D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07" name="Rechteck 606">
              <a:extLst>
                <a:ext uri="{FF2B5EF4-FFF2-40B4-BE49-F238E27FC236}">
                  <a16:creationId xmlns:a16="http://schemas.microsoft.com/office/drawing/2014/main" id="{F886B0A0-4D16-B857-9532-EDEC2C425FFC}"/>
                </a:ext>
              </a:extLst>
            </p:cNvPr>
            <p:cNvSpPr/>
            <p:nvPr/>
          </p:nvSpPr>
          <p:spPr>
            <a:xfrm>
              <a:off x="9665881" y="415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08" name="Rechteck 607">
              <a:extLst>
                <a:ext uri="{FF2B5EF4-FFF2-40B4-BE49-F238E27FC236}">
                  <a16:creationId xmlns:a16="http://schemas.microsoft.com/office/drawing/2014/main" id="{649B0235-D84F-5182-784F-1684EF32AD5C}"/>
                </a:ext>
              </a:extLst>
            </p:cNvPr>
            <p:cNvSpPr/>
            <p:nvPr/>
          </p:nvSpPr>
          <p:spPr>
            <a:xfrm>
              <a:off x="8945881" y="397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09" name="Rechteck 608">
              <a:extLst>
                <a:ext uri="{FF2B5EF4-FFF2-40B4-BE49-F238E27FC236}">
                  <a16:creationId xmlns:a16="http://schemas.microsoft.com/office/drawing/2014/main" id="{31D46435-6274-1B00-889D-B37C00775367}"/>
                </a:ext>
              </a:extLst>
            </p:cNvPr>
            <p:cNvSpPr/>
            <p:nvPr/>
          </p:nvSpPr>
          <p:spPr>
            <a:xfrm>
              <a:off x="9125881" y="3976711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10" name="Rechteck 609">
              <a:extLst>
                <a:ext uri="{FF2B5EF4-FFF2-40B4-BE49-F238E27FC236}">
                  <a16:creationId xmlns:a16="http://schemas.microsoft.com/office/drawing/2014/main" id="{27F50E71-5CBA-BB83-5A6A-B78D84B7E5B0}"/>
                </a:ext>
              </a:extLst>
            </p:cNvPr>
            <p:cNvSpPr/>
            <p:nvPr/>
          </p:nvSpPr>
          <p:spPr>
            <a:xfrm>
              <a:off x="9305881" y="397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11" name="Rechteck 610">
              <a:extLst>
                <a:ext uri="{FF2B5EF4-FFF2-40B4-BE49-F238E27FC236}">
                  <a16:creationId xmlns:a16="http://schemas.microsoft.com/office/drawing/2014/main" id="{AC53D3D3-A785-2381-3D75-2FC88C207924}"/>
                </a:ext>
              </a:extLst>
            </p:cNvPr>
            <p:cNvSpPr/>
            <p:nvPr/>
          </p:nvSpPr>
          <p:spPr>
            <a:xfrm>
              <a:off x="9485881" y="397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12" name="Rechteck 611">
              <a:extLst>
                <a:ext uri="{FF2B5EF4-FFF2-40B4-BE49-F238E27FC236}">
                  <a16:creationId xmlns:a16="http://schemas.microsoft.com/office/drawing/2014/main" id="{9F44BA48-0DE3-B321-AF3E-7F9FB202211F}"/>
                </a:ext>
              </a:extLst>
            </p:cNvPr>
            <p:cNvSpPr/>
            <p:nvPr/>
          </p:nvSpPr>
          <p:spPr>
            <a:xfrm>
              <a:off x="9665881" y="397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13" name="Rechteck 612">
              <a:extLst>
                <a:ext uri="{FF2B5EF4-FFF2-40B4-BE49-F238E27FC236}">
                  <a16:creationId xmlns:a16="http://schemas.microsoft.com/office/drawing/2014/main" id="{29889C4D-92EB-A9A3-ADF1-41A6844EAA59}"/>
                </a:ext>
              </a:extLst>
            </p:cNvPr>
            <p:cNvSpPr/>
            <p:nvPr/>
          </p:nvSpPr>
          <p:spPr>
            <a:xfrm>
              <a:off x="8945881" y="379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14" name="Rechteck 613">
              <a:extLst>
                <a:ext uri="{FF2B5EF4-FFF2-40B4-BE49-F238E27FC236}">
                  <a16:creationId xmlns:a16="http://schemas.microsoft.com/office/drawing/2014/main" id="{5DE4C8A0-2438-77C8-0A27-9A3FEEBB96A7}"/>
                </a:ext>
              </a:extLst>
            </p:cNvPr>
            <p:cNvSpPr/>
            <p:nvPr/>
          </p:nvSpPr>
          <p:spPr>
            <a:xfrm>
              <a:off x="9125881" y="3796711"/>
              <a:ext cx="180000" cy="180000"/>
            </a:xfrm>
            <a:prstGeom prst="rect">
              <a:avLst/>
            </a:prstGeom>
            <a:solidFill>
              <a:srgbClr val="3792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15" name="Rechteck 614">
              <a:extLst>
                <a:ext uri="{FF2B5EF4-FFF2-40B4-BE49-F238E27FC236}">
                  <a16:creationId xmlns:a16="http://schemas.microsoft.com/office/drawing/2014/main" id="{77B88E7E-62DC-0B5F-244D-1F1C1AC3FF61}"/>
                </a:ext>
              </a:extLst>
            </p:cNvPr>
            <p:cNvSpPr/>
            <p:nvPr/>
          </p:nvSpPr>
          <p:spPr>
            <a:xfrm>
              <a:off x="9305881" y="379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16" name="Rechteck 615">
              <a:extLst>
                <a:ext uri="{FF2B5EF4-FFF2-40B4-BE49-F238E27FC236}">
                  <a16:creationId xmlns:a16="http://schemas.microsoft.com/office/drawing/2014/main" id="{272B1883-03D3-EF6F-66EF-E852417ACF84}"/>
                </a:ext>
              </a:extLst>
            </p:cNvPr>
            <p:cNvSpPr/>
            <p:nvPr/>
          </p:nvSpPr>
          <p:spPr>
            <a:xfrm>
              <a:off x="9485881" y="379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17" name="Rechteck 616">
              <a:extLst>
                <a:ext uri="{FF2B5EF4-FFF2-40B4-BE49-F238E27FC236}">
                  <a16:creationId xmlns:a16="http://schemas.microsoft.com/office/drawing/2014/main" id="{2D2A40F5-A516-E99C-4797-09E269327FCA}"/>
                </a:ext>
              </a:extLst>
            </p:cNvPr>
            <p:cNvSpPr/>
            <p:nvPr/>
          </p:nvSpPr>
          <p:spPr>
            <a:xfrm>
              <a:off x="9665881" y="3796711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18" name="Rechteck 617">
              <a:extLst>
                <a:ext uri="{FF2B5EF4-FFF2-40B4-BE49-F238E27FC236}">
                  <a16:creationId xmlns:a16="http://schemas.microsoft.com/office/drawing/2014/main" id="{19507DC4-9DB5-4A1E-17F4-A98EAA1C5CEF}"/>
                </a:ext>
              </a:extLst>
            </p:cNvPr>
            <p:cNvSpPr/>
            <p:nvPr/>
          </p:nvSpPr>
          <p:spPr>
            <a:xfrm>
              <a:off x="8945881" y="361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19" name="Rechteck 618">
              <a:extLst>
                <a:ext uri="{FF2B5EF4-FFF2-40B4-BE49-F238E27FC236}">
                  <a16:creationId xmlns:a16="http://schemas.microsoft.com/office/drawing/2014/main" id="{504B7391-81F5-373C-4D5A-5E83C27F088E}"/>
                </a:ext>
              </a:extLst>
            </p:cNvPr>
            <p:cNvSpPr/>
            <p:nvPr/>
          </p:nvSpPr>
          <p:spPr>
            <a:xfrm>
              <a:off x="9125881" y="3616711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20" name="Rechteck 619">
              <a:extLst>
                <a:ext uri="{FF2B5EF4-FFF2-40B4-BE49-F238E27FC236}">
                  <a16:creationId xmlns:a16="http://schemas.microsoft.com/office/drawing/2014/main" id="{43E91731-000C-80A2-5200-A23849DD036E}"/>
                </a:ext>
              </a:extLst>
            </p:cNvPr>
            <p:cNvSpPr/>
            <p:nvPr/>
          </p:nvSpPr>
          <p:spPr>
            <a:xfrm>
              <a:off x="9305881" y="3616711"/>
              <a:ext cx="180000" cy="180000"/>
            </a:xfrm>
            <a:prstGeom prst="rect">
              <a:avLst/>
            </a:prstGeom>
            <a:solidFill>
              <a:srgbClr val="D0400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21" name="Rechteck 620">
              <a:extLst>
                <a:ext uri="{FF2B5EF4-FFF2-40B4-BE49-F238E27FC236}">
                  <a16:creationId xmlns:a16="http://schemas.microsoft.com/office/drawing/2014/main" id="{ADE5A712-4507-BFBF-43BB-315ECA4C1871}"/>
                </a:ext>
              </a:extLst>
            </p:cNvPr>
            <p:cNvSpPr/>
            <p:nvPr/>
          </p:nvSpPr>
          <p:spPr>
            <a:xfrm>
              <a:off x="9485881" y="361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22" name="Rechteck 621">
              <a:extLst>
                <a:ext uri="{FF2B5EF4-FFF2-40B4-BE49-F238E27FC236}">
                  <a16:creationId xmlns:a16="http://schemas.microsoft.com/office/drawing/2014/main" id="{DBCEAF0B-22C0-EA67-16D3-9695186876F4}"/>
                </a:ext>
              </a:extLst>
            </p:cNvPr>
            <p:cNvSpPr/>
            <p:nvPr/>
          </p:nvSpPr>
          <p:spPr>
            <a:xfrm>
              <a:off x="9665881" y="3616711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23" name="Rechteck 622">
              <a:extLst>
                <a:ext uri="{FF2B5EF4-FFF2-40B4-BE49-F238E27FC236}">
                  <a16:creationId xmlns:a16="http://schemas.microsoft.com/office/drawing/2014/main" id="{AD5C60B7-D779-DE8D-DFF4-839276214D23}"/>
                </a:ext>
              </a:extLst>
            </p:cNvPr>
            <p:cNvSpPr/>
            <p:nvPr/>
          </p:nvSpPr>
          <p:spPr>
            <a:xfrm>
              <a:off x="8945881" y="343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24" name="Rechteck 623">
              <a:extLst>
                <a:ext uri="{FF2B5EF4-FFF2-40B4-BE49-F238E27FC236}">
                  <a16:creationId xmlns:a16="http://schemas.microsoft.com/office/drawing/2014/main" id="{8C4EC86A-EDEC-E7DB-6740-1DCFDF844088}"/>
                </a:ext>
              </a:extLst>
            </p:cNvPr>
            <p:cNvSpPr/>
            <p:nvPr/>
          </p:nvSpPr>
          <p:spPr>
            <a:xfrm>
              <a:off x="9125881" y="3436711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25" name="Rechteck 624">
              <a:extLst>
                <a:ext uri="{FF2B5EF4-FFF2-40B4-BE49-F238E27FC236}">
                  <a16:creationId xmlns:a16="http://schemas.microsoft.com/office/drawing/2014/main" id="{DBA7E998-B2F3-AA97-9B50-795036F985F4}"/>
                </a:ext>
              </a:extLst>
            </p:cNvPr>
            <p:cNvSpPr/>
            <p:nvPr/>
          </p:nvSpPr>
          <p:spPr>
            <a:xfrm>
              <a:off x="9305881" y="3436711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26" name="Rechteck 625">
              <a:extLst>
                <a:ext uri="{FF2B5EF4-FFF2-40B4-BE49-F238E27FC236}">
                  <a16:creationId xmlns:a16="http://schemas.microsoft.com/office/drawing/2014/main" id="{9A271969-8030-3828-3EDD-4DA975CB2E7C}"/>
                </a:ext>
              </a:extLst>
            </p:cNvPr>
            <p:cNvSpPr/>
            <p:nvPr/>
          </p:nvSpPr>
          <p:spPr>
            <a:xfrm>
              <a:off x="9485881" y="343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27" name="Rechteck 626">
              <a:extLst>
                <a:ext uri="{FF2B5EF4-FFF2-40B4-BE49-F238E27FC236}">
                  <a16:creationId xmlns:a16="http://schemas.microsoft.com/office/drawing/2014/main" id="{084BC98A-D4F0-9B3B-929E-40826CCA2630}"/>
                </a:ext>
              </a:extLst>
            </p:cNvPr>
            <p:cNvSpPr/>
            <p:nvPr/>
          </p:nvSpPr>
          <p:spPr>
            <a:xfrm>
              <a:off x="9665881" y="3436711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628" name="Gruppieren 627">
            <a:extLst>
              <a:ext uri="{FF2B5EF4-FFF2-40B4-BE49-F238E27FC236}">
                <a16:creationId xmlns:a16="http://schemas.microsoft.com/office/drawing/2014/main" id="{D3FF443A-8ED3-E80F-8AC9-2006C11EF3A5}"/>
              </a:ext>
            </a:extLst>
          </p:cNvPr>
          <p:cNvGrpSpPr/>
          <p:nvPr/>
        </p:nvGrpSpPr>
        <p:grpSpPr>
          <a:xfrm>
            <a:off x="8837543" y="4274827"/>
            <a:ext cx="936000" cy="936000"/>
            <a:chOff x="7846285" y="3417571"/>
            <a:chExt cx="936000" cy="936000"/>
          </a:xfrm>
        </p:grpSpPr>
        <p:sp>
          <p:nvSpPr>
            <p:cNvPr id="629" name="Rechteck 628">
              <a:extLst>
                <a:ext uri="{FF2B5EF4-FFF2-40B4-BE49-F238E27FC236}">
                  <a16:creationId xmlns:a16="http://schemas.microsoft.com/office/drawing/2014/main" id="{7E99A344-7692-7938-1770-A5289F2351E7}"/>
                </a:ext>
              </a:extLst>
            </p:cNvPr>
            <p:cNvSpPr/>
            <p:nvPr/>
          </p:nvSpPr>
          <p:spPr>
            <a:xfrm>
              <a:off x="7846285" y="3417571"/>
              <a:ext cx="936000" cy="936000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30" name="Rechteck 629">
              <a:extLst>
                <a:ext uri="{FF2B5EF4-FFF2-40B4-BE49-F238E27FC236}">
                  <a16:creationId xmlns:a16="http://schemas.microsoft.com/office/drawing/2014/main" id="{D0DE98D7-7F56-66C8-E32E-CEBDEE88F9F0}"/>
                </a:ext>
              </a:extLst>
            </p:cNvPr>
            <p:cNvSpPr/>
            <p:nvPr/>
          </p:nvSpPr>
          <p:spPr>
            <a:xfrm>
              <a:off x="7865881" y="415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31" name="Rechteck 630">
              <a:extLst>
                <a:ext uri="{FF2B5EF4-FFF2-40B4-BE49-F238E27FC236}">
                  <a16:creationId xmlns:a16="http://schemas.microsoft.com/office/drawing/2014/main" id="{61F73998-2487-1BC2-16D9-09D7A83492F4}"/>
                </a:ext>
              </a:extLst>
            </p:cNvPr>
            <p:cNvSpPr/>
            <p:nvPr/>
          </p:nvSpPr>
          <p:spPr>
            <a:xfrm>
              <a:off x="8045881" y="4156170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32" name="Rechteck 631">
              <a:extLst>
                <a:ext uri="{FF2B5EF4-FFF2-40B4-BE49-F238E27FC236}">
                  <a16:creationId xmlns:a16="http://schemas.microsoft.com/office/drawing/2014/main" id="{3F4AE0ED-6CAE-E3AD-3E66-57930EDC861A}"/>
                </a:ext>
              </a:extLst>
            </p:cNvPr>
            <p:cNvSpPr/>
            <p:nvPr/>
          </p:nvSpPr>
          <p:spPr>
            <a:xfrm>
              <a:off x="8225881" y="415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33" name="Rechteck 632">
              <a:extLst>
                <a:ext uri="{FF2B5EF4-FFF2-40B4-BE49-F238E27FC236}">
                  <a16:creationId xmlns:a16="http://schemas.microsoft.com/office/drawing/2014/main" id="{88503E6D-A531-160F-D58A-8F61C119EDA8}"/>
                </a:ext>
              </a:extLst>
            </p:cNvPr>
            <p:cNvSpPr/>
            <p:nvPr/>
          </p:nvSpPr>
          <p:spPr>
            <a:xfrm>
              <a:off x="8405881" y="4156170"/>
              <a:ext cx="180000" cy="180000"/>
            </a:xfrm>
            <a:prstGeom prst="rect">
              <a:avLst/>
            </a:prstGeom>
            <a:solidFill>
              <a:srgbClr val="BF65D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34" name="Rechteck 633">
              <a:extLst>
                <a:ext uri="{FF2B5EF4-FFF2-40B4-BE49-F238E27FC236}">
                  <a16:creationId xmlns:a16="http://schemas.microsoft.com/office/drawing/2014/main" id="{9F452521-11E6-E850-CC63-5B39BAD004BC}"/>
                </a:ext>
              </a:extLst>
            </p:cNvPr>
            <p:cNvSpPr/>
            <p:nvPr/>
          </p:nvSpPr>
          <p:spPr>
            <a:xfrm>
              <a:off x="8585881" y="415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35" name="Rechteck 634">
              <a:extLst>
                <a:ext uri="{FF2B5EF4-FFF2-40B4-BE49-F238E27FC236}">
                  <a16:creationId xmlns:a16="http://schemas.microsoft.com/office/drawing/2014/main" id="{56F87492-381C-FFDE-0505-28DFFD369B71}"/>
                </a:ext>
              </a:extLst>
            </p:cNvPr>
            <p:cNvSpPr/>
            <p:nvPr/>
          </p:nvSpPr>
          <p:spPr>
            <a:xfrm>
              <a:off x="7865881" y="3976170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36" name="Rechteck 635">
              <a:extLst>
                <a:ext uri="{FF2B5EF4-FFF2-40B4-BE49-F238E27FC236}">
                  <a16:creationId xmlns:a16="http://schemas.microsoft.com/office/drawing/2014/main" id="{69B777E6-32F4-6716-6DBF-3DC8F796370D}"/>
                </a:ext>
              </a:extLst>
            </p:cNvPr>
            <p:cNvSpPr/>
            <p:nvPr/>
          </p:nvSpPr>
          <p:spPr>
            <a:xfrm>
              <a:off x="8045881" y="397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37" name="Rechteck 636">
              <a:extLst>
                <a:ext uri="{FF2B5EF4-FFF2-40B4-BE49-F238E27FC236}">
                  <a16:creationId xmlns:a16="http://schemas.microsoft.com/office/drawing/2014/main" id="{B4DAE5B9-9CB8-0BE8-AACA-FB3FAA82212B}"/>
                </a:ext>
              </a:extLst>
            </p:cNvPr>
            <p:cNvSpPr/>
            <p:nvPr/>
          </p:nvSpPr>
          <p:spPr>
            <a:xfrm>
              <a:off x="8225881" y="3976170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38" name="Rechteck 637">
              <a:extLst>
                <a:ext uri="{FF2B5EF4-FFF2-40B4-BE49-F238E27FC236}">
                  <a16:creationId xmlns:a16="http://schemas.microsoft.com/office/drawing/2014/main" id="{BC0D3B8C-EFF5-E648-EC88-379E7558DAA7}"/>
                </a:ext>
              </a:extLst>
            </p:cNvPr>
            <p:cNvSpPr/>
            <p:nvPr/>
          </p:nvSpPr>
          <p:spPr>
            <a:xfrm>
              <a:off x="8405881" y="397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39" name="Rechteck 638">
              <a:extLst>
                <a:ext uri="{FF2B5EF4-FFF2-40B4-BE49-F238E27FC236}">
                  <a16:creationId xmlns:a16="http://schemas.microsoft.com/office/drawing/2014/main" id="{4BF162BC-D972-F6B9-9765-B605C1B5D64D}"/>
                </a:ext>
              </a:extLst>
            </p:cNvPr>
            <p:cNvSpPr/>
            <p:nvPr/>
          </p:nvSpPr>
          <p:spPr>
            <a:xfrm>
              <a:off x="8585881" y="397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0" name="Rechteck 639">
              <a:extLst>
                <a:ext uri="{FF2B5EF4-FFF2-40B4-BE49-F238E27FC236}">
                  <a16:creationId xmlns:a16="http://schemas.microsoft.com/office/drawing/2014/main" id="{1A435317-F598-13E4-667D-8491528F581E}"/>
                </a:ext>
              </a:extLst>
            </p:cNvPr>
            <p:cNvSpPr/>
            <p:nvPr/>
          </p:nvSpPr>
          <p:spPr>
            <a:xfrm>
              <a:off x="7865881" y="379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1" name="Rechteck 640">
              <a:extLst>
                <a:ext uri="{FF2B5EF4-FFF2-40B4-BE49-F238E27FC236}">
                  <a16:creationId xmlns:a16="http://schemas.microsoft.com/office/drawing/2014/main" id="{A70BFD96-64FA-EF0D-8DA9-9013CA0499EB}"/>
                </a:ext>
              </a:extLst>
            </p:cNvPr>
            <p:cNvSpPr/>
            <p:nvPr/>
          </p:nvSpPr>
          <p:spPr>
            <a:xfrm>
              <a:off x="8045881" y="379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2" name="Rechteck 641">
              <a:extLst>
                <a:ext uri="{FF2B5EF4-FFF2-40B4-BE49-F238E27FC236}">
                  <a16:creationId xmlns:a16="http://schemas.microsoft.com/office/drawing/2014/main" id="{4E387A84-86BE-CE92-347F-018686D4EDCE}"/>
                </a:ext>
              </a:extLst>
            </p:cNvPr>
            <p:cNvSpPr/>
            <p:nvPr/>
          </p:nvSpPr>
          <p:spPr>
            <a:xfrm>
              <a:off x="8225881" y="379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3" name="Rechteck 642">
              <a:extLst>
                <a:ext uri="{FF2B5EF4-FFF2-40B4-BE49-F238E27FC236}">
                  <a16:creationId xmlns:a16="http://schemas.microsoft.com/office/drawing/2014/main" id="{349D2110-8A8A-D840-7147-F2F0F1821289}"/>
                </a:ext>
              </a:extLst>
            </p:cNvPr>
            <p:cNvSpPr/>
            <p:nvPr/>
          </p:nvSpPr>
          <p:spPr>
            <a:xfrm>
              <a:off x="8405881" y="3796170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4" name="Rechteck 643">
              <a:extLst>
                <a:ext uri="{FF2B5EF4-FFF2-40B4-BE49-F238E27FC236}">
                  <a16:creationId xmlns:a16="http://schemas.microsoft.com/office/drawing/2014/main" id="{A8C52F88-21A5-F4DE-ECFB-268DBFBD8B29}"/>
                </a:ext>
              </a:extLst>
            </p:cNvPr>
            <p:cNvSpPr/>
            <p:nvPr/>
          </p:nvSpPr>
          <p:spPr>
            <a:xfrm>
              <a:off x="8585881" y="3796170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5" name="Rechteck 644">
              <a:extLst>
                <a:ext uri="{FF2B5EF4-FFF2-40B4-BE49-F238E27FC236}">
                  <a16:creationId xmlns:a16="http://schemas.microsoft.com/office/drawing/2014/main" id="{5969D086-EE47-77F9-9F80-B6183532513B}"/>
                </a:ext>
              </a:extLst>
            </p:cNvPr>
            <p:cNvSpPr/>
            <p:nvPr/>
          </p:nvSpPr>
          <p:spPr>
            <a:xfrm>
              <a:off x="7865881" y="361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6" name="Rechteck 645">
              <a:extLst>
                <a:ext uri="{FF2B5EF4-FFF2-40B4-BE49-F238E27FC236}">
                  <a16:creationId xmlns:a16="http://schemas.microsoft.com/office/drawing/2014/main" id="{8A44DD56-1C79-57E8-EBD0-396D2A126140}"/>
                </a:ext>
              </a:extLst>
            </p:cNvPr>
            <p:cNvSpPr/>
            <p:nvPr/>
          </p:nvSpPr>
          <p:spPr>
            <a:xfrm>
              <a:off x="8045881" y="3616170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7" name="Rechteck 646">
              <a:extLst>
                <a:ext uri="{FF2B5EF4-FFF2-40B4-BE49-F238E27FC236}">
                  <a16:creationId xmlns:a16="http://schemas.microsoft.com/office/drawing/2014/main" id="{52C634D5-EA9B-B4C1-2E65-7DE5F4B50E99}"/>
                </a:ext>
              </a:extLst>
            </p:cNvPr>
            <p:cNvSpPr/>
            <p:nvPr/>
          </p:nvSpPr>
          <p:spPr>
            <a:xfrm>
              <a:off x="8225881" y="3616170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8" name="Rechteck 647">
              <a:extLst>
                <a:ext uri="{FF2B5EF4-FFF2-40B4-BE49-F238E27FC236}">
                  <a16:creationId xmlns:a16="http://schemas.microsoft.com/office/drawing/2014/main" id="{F1023831-A153-2BF0-E698-AB58D332EC80}"/>
                </a:ext>
              </a:extLst>
            </p:cNvPr>
            <p:cNvSpPr/>
            <p:nvPr/>
          </p:nvSpPr>
          <p:spPr>
            <a:xfrm>
              <a:off x="8405881" y="361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49" name="Rechteck 648">
              <a:extLst>
                <a:ext uri="{FF2B5EF4-FFF2-40B4-BE49-F238E27FC236}">
                  <a16:creationId xmlns:a16="http://schemas.microsoft.com/office/drawing/2014/main" id="{F066EF60-39DE-21F5-EEE5-A0B2B65B7F10}"/>
                </a:ext>
              </a:extLst>
            </p:cNvPr>
            <p:cNvSpPr/>
            <p:nvPr/>
          </p:nvSpPr>
          <p:spPr>
            <a:xfrm>
              <a:off x="8585881" y="3616170"/>
              <a:ext cx="180000" cy="180000"/>
            </a:xfrm>
            <a:prstGeom prst="rect">
              <a:avLst/>
            </a:prstGeom>
            <a:solidFill>
              <a:srgbClr val="3792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50" name="Rechteck 649">
              <a:extLst>
                <a:ext uri="{FF2B5EF4-FFF2-40B4-BE49-F238E27FC236}">
                  <a16:creationId xmlns:a16="http://schemas.microsoft.com/office/drawing/2014/main" id="{FDF7E4D8-3D4E-ED08-EA3B-AB959435BD4E}"/>
                </a:ext>
              </a:extLst>
            </p:cNvPr>
            <p:cNvSpPr/>
            <p:nvPr/>
          </p:nvSpPr>
          <p:spPr>
            <a:xfrm>
              <a:off x="7865881" y="343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51" name="Rechteck 650">
              <a:extLst>
                <a:ext uri="{FF2B5EF4-FFF2-40B4-BE49-F238E27FC236}">
                  <a16:creationId xmlns:a16="http://schemas.microsoft.com/office/drawing/2014/main" id="{AB14EB2C-8939-B652-82FF-73CD7DE7CDAE}"/>
                </a:ext>
              </a:extLst>
            </p:cNvPr>
            <p:cNvSpPr/>
            <p:nvPr/>
          </p:nvSpPr>
          <p:spPr>
            <a:xfrm>
              <a:off x="8045881" y="343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52" name="Rechteck 651">
              <a:extLst>
                <a:ext uri="{FF2B5EF4-FFF2-40B4-BE49-F238E27FC236}">
                  <a16:creationId xmlns:a16="http://schemas.microsoft.com/office/drawing/2014/main" id="{C8087BF5-F52E-040C-806C-7E82F2CE9611}"/>
                </a:ext>
              </a:extLst>
            </p:cNvPr>
            <p:cNvSpPr/>
            <p:nvPr/>
          </p:nvSpPr>
          <p:spPr>
            <a:xfrm>
              <a:off x="8225881" y="3436170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53" name="Rechteck 652">
              <a:extLst>
                <a:ext uri="{FF2B5EF4-FFF2-40B4-BE49-F238E27FC236}">
                  <a16:creationId xmlns:a16="http://schemas.microsoft.com/office/drawing/2014/main" id="{94DD49BF-8592-3CBF-4F65-4807F76402E8}"/>
                </a:ext>
              </a:extLst>
            </p:cNvPr>
            <p:cNvSpPr/>
            <p:nvPr/>
          </p:nvSpPr>
          <p:spPr>
            <a:xfrm>
              <a:off x="8405881" y="343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54" name="Rechteck 653">
              <a:extLst>
                <a:ext uri="{FF2B5EF4-FFF2-40B4-BE49-F238E27FC236}">
                  <a16:creationId xmlns:a16="http://schemas.microsoft.com/office/drawing/2014/main" id="{8585C234-6D72-21FA-500B-6D0516F626B0}"/>
                </a:ext>
              </a:extLst>
            </p:cNvPr>
            <p:cNvSpPr/>
            <p:nvPr/>
          </p:nvSpPr>
          <p:spPr>
            <a:xfrm>
              <a:off x="8585881" y="3436170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655" name="Gruppieren 654">
            <a:extLst>
              <a:ext uri="{FF2B5EF4-FFF2-40B4-BE49-F238E27FC236}">
                <a16:creationId xmlns:a16="http://schemas.microsoft.com/office/drawing/2014/main" id="{5049BC7F-1E40-760B-9CD7-BE1E4654E924}"/>
              </a:ext>
            </a:extLst>
          </p:cNvPr>
          <p:cNvGrpSpPr/>
          <p:nvPr/>
        </p:nvGrpSpPr>
        <p:grpSpPr>
          <a:xfrm>
            <a:off x="9867427" y="1191796"/>
            <a:ext cx="936000" cy="936000"/>
            <a:chOff x="6766285" y="3417030"/>
            <a:chExt cx="936000" cy="936000"/>
          </a:xfrm>
        </p:grpSpPr>
        <p:sp>
          <p:nvSpPr>
            <p:cNvPr id="656" name="Rechteck 655">
              <a:extLst>
                <a:ext uri="{FF2B5EF4-FFF2-40B4-BE49-F238E27FC236}">
                  <a16:creationId xmlns:a16="http://schemas.microsoft.com/office/drawing/2014/main" id="{813BE6B6-2568-923D-2EB4-93ECBF1FBB04}"/>
                </a:ext>
              </a:extLst>
            </p:cNvPr>
            <p:cNvSpPr/>
            <p:nvPr/>
          </p:nvSpPr>
          <p:spPr>
            <a:xfrm>
              <a:off x="6766285" y="3417030"/>
              <a:ext cx="936000" cy="9360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57" name="Rechteck 656">
              <a:extLst>
                <a:ext uri="{FF2B5EF4-FFF2-40B4-BE49-F238E27FC236}">
                  <a16:creationId xmlns:a16="http://schemas.microsoft.com/office/drawing/2014/main" id="{7652E0C2-8B29-8544-B8FB-CD5A04921AA8}"/>
                </a:ext>
              </a:extLst>
            </p:cNvPr>
            <p:cNvSpPr/>
            <p:nvPr/>
          </p:nvSpPr>
          <p:spPr>
            <a:xfrm>
              <a:off x="6785881" y="415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58" name="Rechteck 657">
              <a:extLst>
                <a:ext uri="{FF2B5EF4-FFF2-40B4-BE49-F238E27FC236}">
                  <a16:creationId xmlns:a16="http://schemas.microsoft.com/office/drawing/2014/main" id="{84D0CB8F-BD7A-6B8A-270A-A9D86C436FFC}"/>
                </a:ext>
              </a:extLst>
            </p:cNvPr>
            <p:cNvSpPr/>
            <p:nvPr/>
          </p:nvSpPr>
          <p:spPr>
            <a:xfrm>
              <a:off x="6965881" y="4155629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59" name="Rechteck 658">
              <a:extLst>
                <a:ext uri="{FF2B5EF4-FFF2-40B4-BE49-F238E27FC236}">
                  <a16:creationId xmlns:a16="http://schemas.microsoft.com/office/drawing/2014/main" id="{1A71E36C-0A6E-DA94-07C5-3130F739FE5A}"/>
                </a:ext>
              </a:extLst>
            </p:cNvPr>
            <p:cNvSpPr/>
            <p:nvPr/>
          </p:nvSpPr>
          <p:spPr>
            <a:xfrm>
              <a:off x="7145881" y="415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0" name="Rechteck 659">
              <a:extLst>
                <a:ext uri="{FF2B5EF4-FFF2-40B4-BE49-F238E27FC236}">
                  <a16:creationId xmlns:a16="http://schemas.microsoft.com/office/drawing/2014/main" id="{F07ABD2F-A599-95EC-9B96-93D4268DEF01}"/>
                </a:ext>
              </a:extLst>
            </p:cNvPr>
            <p:cNvSpPr/>
            <p:nvPr/>
          </p:nvSpPr>
          <p:spPr>
            <a:xfrm>
              <a:off x="7325881" y="415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1" name="Rechteck 660">
              <a:extLst>
                <a:ext uri="{FF2B5EF4-FFF2-40B4-BE49-F238E27FC236}">
                  <a16:creationId xmlns:a16="http://schemas.microsoft.com/office/drawing/2014/main" id="{880B0D9D-A4B5-79E6-D1FD-1500E58D66AF}"/>
                </a:ext>
              </a:extLst>
            </p:cNvPr>
            <p:cNvSpPr/>
            <p:nvPr/>
          </p:nvSpPr>
          <p:spPr>
            <a:xfrm>
              <a:off x="7505881" y="415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2" name="Rechteck 661">
              <a:extLst>
                <a:ext uri="{FF2B5EF4-FFF2-40B4-BE49-F238E27FC236}">
                  <a16:creationId xmlns:a16="http://schemas.microsoft.com/office/drawing/2014/main" id="{9AA2B974-3956-EB9A-B2FF-C43DEEA57667}"/>
                </a:ext>
              </a:extLst>
            </p:cNvPr>
            <p:cNvSpPr/>
            <p:nvPr/>
          </p:nvSpPr>
          <p:spPr>
            <a:xfrm>
              <a:off x="6785881" y="397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3" name="Rechteck 662">
              <a:extLst>
                <a:ext uri="{FF2B5EF4-FFF2-40B4-BE49-F238E27FC236}">
                  <a16:creationId xmlns:a16="http://schemas.microsoft.com/office/drawing/2014/main" id="{6C64114D-40B2-9E9B-EF2A-B152586A9BC6}"/>
                </a:ext>
              </a:extLst>
            </p:cNvPr>
            <p:cNvSpPr/>
            <p:nvPr/>
          </p:nvSpPr>
          <p:spPr>
            <a:xfrm>
              <a:off x="6965881" y="3975629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4" name="Rechteck 663">
              <a:extLst>
                <a:ext uri="{FF2B5EF4-FFF2-40B4-BE49-F238E27FC236}">
                  <a16:creationId xmlns:a16="http://schemas.microsoft.com/office/drawing/2014/main" id="{A2920942-C503-687A-6909-680366960ED9}"/>
                </a:ext>
              </a:extLst>
            </p:cNvPr>
            <p:cNvSpPr/>
            <p:nvPr/>
          </p:nvSpPr>
          <p:spPr>
            <a:xfrm>
              <a:off x="7145881" y="397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5" name="Rechteck 664">
              <a:extLst>
                <a:ext uri="{FF2B5EF4-FFF2-40B4-BE49-F238E27FC236}">
                  <a16:creationId xmlns:a16="http://schemas.microsoft.com/office/drawing/2014/main" id="{71F5A3BF-328D-4E02-B41F-8D1DEA77FF95}"/>
                </a:ext>
              </a:extLst>
            </p:cNvPr>
            <p:cNvSpPr/>
            <p:nvPr/>
          </p:nvSpPr>
          <p:spPr>
            <a:xfrm>
              <a:off x="7325881" y="397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6" name="Rechteck 665">
              <a:extLst>
                <a:ext uri="{FF2B5EF4-FFF2-40B4-BE49-F238E27FC236}">
                  <a16:creationId xmlns:a16="http://schemas.microsoft.com/office/drawing/2014/main" id="{BEA6C2C0-C01D-659F-78FA-3B6F152C4F8F}"/>
                </a:ext>
              </a:extLst>
            </p:cNvPr>
            <p:cNvSpPr/>
            <p:nvPr/>
          </p:nvSpPr>
          <p:spPr>
            <a:xfrm>
              <a:off x="7505881" y="397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7" name="Rechteck 666">
              <a:extLst>
                <a:ext uri="{FF2B5EF4-FFF2-40B4-BE49-F238E27FC236}">
                  <a16:creationId xmlns:a16="http://schemas.microsoft.com/office/drawing/2014/main" id="{CB59F740-E44F-76F3-D949-860EB8621FFF}"/>
                </a:ext>
              </a:extLst>
            </p:cNvPr>
            <p:cNvSpPr/>
            <p:nvPr/>
          </p:nvSpPr>
          <p:spPr>
            <a:xfrm>
              <a:off x="6785881" y="379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8" name="Rechteck 667">
              <a:extLst>
                <a:ext uri="{FF2B5EF4-FFF2-40B4-BE49-F238E27FC236}">
                  <a16:creationId xmlns:a16="http://schemas.microsoft.com/office/drawing/2014/main" id="{B7D66E12-D70F-F296-06FB-48F1469213A8}"/>
                </a:ext>
              </a:extLst>
            </p:cNvPr>
            <p:cNvSpPr/>
            <p:nvPr/>
          </p:nvSpPr>
          <p:spPr>
            <a:xfrm>
              <a:off x="6965881" y="3795629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69" name="Rechteck 668">
              <a:extLst>
                <a:ext uri="{FF2B5EF4-FFF2-40B4-BE49-F238E27FC236}">
                  <a16:creationId xmlns:a16="http://schemas.microsoft.com/office/drawing/2014/main" id="{2818AC74-62D7-6E9B-695E-15F280972E2A}"/>
                </a:ext>
              </a:extLst>
            </p:cNvPr>
            <p:cNvSpPr/>
            <p:nvPr/>
          </p:nvSpPr>
          <p:spPr>
            <a:xfrm>
              <a:off x="7145881" y="379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70" name="Rechteck 669">
              <a:extLst>
                <a:ext uri="{FF2B5EF4-FFF2-40B4-BE49-F238E27FC236}">
                  <a16:creationId xmlns:a16="http://schemas.microsoft.com/office/drawing/2014/main" id="{8D330995-B5C2-AC19-681C-3ABF7D76CF95}"/>
                </a:ext>
              </a:extLst>
            </p:cNvPr>
            <p:cNvSpPr/>
            <p:nvPr/>
          </p:nvSpPr>
          <p:spPr>
            <a:xfrm>
              <a:off x="7325881" y="379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71" name="Rechteck 670">
              <a:extLst>
                <a:ext uri="{FF2B5EF4-FFF2-40B4-BE49-F238E27FC236}">
                  <a16:creationId xmlns:a16="http://schemas.microsoft.com/office/drawing/2014/main" id="{AFF52472-F571-9E6F-48FF-B98BD1633B4C}"/>
                </a:ext>
              </a:extLst>
            </p:cNvPr>
            <p:cNvSpPr/>
            <p:nvPr/>
          </p:nvSpPr>
          <p:spPr>
            <a:xfrm>
              <a:off x="7505881" y="379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72" name="Rechteck 671">
              <a:extLst>
                <a:ext uri="{FF2B5EF4-FFF2-40B4-BE49-F238E27FC236}">
                  <a16:creationId xmlns:a16="http://schemas.microsoft.com/office/drawing/2014/main" id="{4E6082A5-2D9B-6274-B5E1-9E46DC6C2D73}"/>
                </a:ext>
              </a:extLst>
            </p:cNvPr>
            <p:cNvSpPr/>
            <p:nvPr/>
          </p:nvSpPr>
          <p:spPr>
            <a:xfrm>
              <a:off x="6785881" y="361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73" name="Rechteck 672">
              <a:extLst>
                <a:ext uri="{FF2B5EF4-FFF2-40B4-BE49-F238E27FC236}">
                  <a16:creationId xmlns:a16="http://schemas.microsoft.com/office/drawing/2014/main" id="{423F676C-A837-6230-5F68-42A7A4B356A5}"/>
                </a:ext>
              </a:extLst>
            </p:cNvPr>
            <p:cNvSpPr/>
            <p:nvPr/>
          </p:nvSpPr>
          <p:spPr>
            <a:xfrm>
              <a:off x="6965881" y="3615629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74" name="Rechteck 673">
              <a:extLst>
                <a:ext uri="{FF2B5EF4-FFF2-40B4-BE49-F238E27FC236}">
                  <a16:creationId xmlns:a16="http://schemas.microsoft.com/office/drawing/2014/main" id="{DE6CB856-E80E-8C09-E499-D30966FEE915}"/>
                </a:ext>
              </a:extLst>
            </p:cNvPr>
            <p:cNvSpPr/>
            <p:nvPr/>
          </p:nvSpPr>
          <p:spPr>
            <a:xfrm>
              <a:off x="7145881" y="361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75" name="Rechteck 674">
              <a:extLst>
                <a:ext uri="{FF2B5EF4-FFF2-40B4-BE49-F238E27FC236}">
                  <a16:creationId xmlns:a16="http://schemas.microsoft.com/office/drawing/2014/main" id="{9B6AE279-E10B-02C8-EF15-AE2469A74465}"/>
                </a:ext>
              </a:extLst>
            </p:cNvPr>
            <p:cNvSpPr/>
            <p:nvPr/>
          </p:nvSpPr>
          <p:spPr>
            <a:xfrm>
              <a:off x="7325881" y="3615629"/>
              <a:ext cx="180000" cy="180000"/>
            </a:xfrm>
            <a:prstGeom prst="rect">
              <a:avLst/>
            </a:prstGeom>
            <a:solidFill>
              <a:srgbClr val="14845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76" name="Rechteck 675">
              <a:extLst>
                <a:ext uri="{FF2B5EF4-FFF2-40B4-BE49-F238E27FC236}">
                  <a16:creationId xmlns:a16="http://schemas.microsoft.com/office/drawing/2014/main" id="{8E8F9D69-003F-1D54-C7C4-5B01AC3E9562}"/>
                </a:ext>
              </a:extLst>
            </p:cNvPr>
            <p:cNvSpPr/>
            <p:nvPr/>
          </p:nvSpPr>
          <p:spPr>
            <a:xfrm>
              <a:off x="7505881" y="3615629"/>
              <a:ext cx="180000" cy="180000"/>
            </a:xfrm>
            <a:prstGeom prst="rect">
              <a:avLst/>
            </a:prstGeom>
            <a:solidFill>
              <a:srgbClr val="3792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77" name="Rechteck 676">
              <a:extLst>
                <a:ext uri="{FF2B5EF4-FFF2-40B4-BE49-F238E27FC236}">
                  <a16:creationId xmlns:a16="http://schemas.microsoft.com/office/drawing/2014/main" id="{25FA4060-39A9-310E-EF25-9FF6DD4C18C1}"/>
                </a:ext>
              </a:extLst>
            </p:cNvPr>
            <p:cNvSpPr/>
            <p:nvPr/>
          </p:nvSpPr>
          <p:spPr>
            <a:xfrm>
              <a:off x="6785881" y="3435629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78" name="Rechteck 677">
              <a:extLst>
                <a:ext uri="{FF2B5EF4-FFF2-40B4-BE49-F238E27FC236}">
                  <a16:creationId xmlns:a16="http://schemas.microsoft.com/office/drawing/2014/main" id="{050F0C75-AD24-309C-0828-5A74646D80A7}"/>
                </a:ext>
              </a:extLst>
            </p:cNvPr>
            <p:cNvSpPr/>
            <p:nvPr/>
          </p:nvSpPr>
          <p:spPr>
            <a:xfrm>
              <a:off x="6965881" y="3435629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79" name="Rechteck 678">
              <a:extLst>
                <a:ext uri="{FF2B5EF4-FFF2-40B4-BE49-F238E27FC236}">
                  <a16:creationId xmlns:a16="http://schemas.microsoft.com/office/drawing/2014/main" id="{46729875-9422-9294-8D1A-F5BC03D9F2B4}"/>
                </a:ext>
              </a:extLst>
            </p:cNvPr>
            <p:cNvSpPr/>
            <p:nvPr/>
          </p:nvSpPr>
          <p:spPr>
            <a:xfrm>
              <a:off x="7145881" y="3435629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80" name="Rechteck 679">
              <a:extLst>
                <a:ext uri="{FF2B5EF4-FFF2-40B4-BE49-F238E27FC236}">
                  <a16:creationId xmlns:a16="http://schemas.microsoft.com/office/drawing/2014/main" id="{4932B591-BF1D-F274-5B9B-ABAF6F1F9CEA}"/>
                </a:ext>
              </a:extLst>
            </p:cNvPr>
            <p:cNvSpPr/>
            <p:nvPr/>
          </p:nvSpPr>
          <p:spPr>
            <a:xfrm>
              <a:off x="7325881" y="3435629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681" name="Rechteck 680">
              <a:extLst>
                <a:ext uri="{FF2B5EF4-FFF2-40B4-BE49-F238E27FC236}">
                  <a16:creationId xmlns:a16="http://schemas.microsoft.com/office/drawing/2014/main" id="{ECA6E899-5FDE-4EE4-3100-14FBAF5BECA1}"/>
                </a:ext>
              </a:extLst>
            </p:cNvPr>
            <p:cNvSpPr/>
            <p:nvPr/>
          </p:nvSpPr>
          <p:spPr>
            <a:xfrm>
              <a:off x="7505881" y="3435629"/>
              <a:ext cx="180000" cy="180000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682" name="Textfeld 68">
            <a:extLst>
              <a:ext uri="{FF2B5EF4-FFF2-40B4-BE49-F238E27FC236}">
                <a16:creationId xmlns:a16="http://schemas.microsoft.com/office/drawing/2014/main" id="{45996462-0F79-538C-8F94-30656DBC4C99}"/>
              </a:ext>
            </a:extLst>
          </p:cNvPr>
          <p:cNvSpPr txBox="1"/>
          <p:nvPr/>
        </p:nvSpPr>
        <p:spPr>
          <a:xfrm>
            <a:off x="161387" y="5595275"/>
            <a:ext cx="3687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rgbClr val="002060"/>
                </a:solidFill>
              </a:rPr>
              <a:t>Anzeige wie viele Minen/Punkte  -&gt; zusammenaddiert in der jeweiligen Reihe/Spalte sind</a:t>
            </a:r>
          </a:p>
        </p:txBody>
      </p:sp>
      <p:sp>
        <p:nvSpPr>
          <p:cNvPr id="684" name="Freihandform: Form 683">
            <a:extLst>
              <a:ext uri="{FF2B5EF4-FFF2-40B4-BE49-F238E27FC236}">
                <a16:creationId xmlns:a16="http://schemas.microsoft.com/office/drawing/2014/main" id="{2124B5AB-0D0D-FF25-145C-DFF022111432}"/>
              </a:ext>
            </a:extLst>
          </p:cNvPr>
          <p:cNvSpPr/>
          <p:nvPr/>
        </p:nvSpPr>
        <p:spPr>
          <a:xfrm>
            <a:off x="213140" y="451137"/>
            <a:ext cx="3167743" cy="1278720"/>
          </a:xfrm>
          <a:custGeom>
            <a:avLst/>
            <a:gdLst>
              <a:gd name="csX0" fmla="*/ 1583872 w 3167743"/>
              <a:gd name="csY0" fmla="*/ 0 h 1278720"/>
              <a:gd name="csX1" fmla="*/ 1793545 w 3167743"/>
              <a:gd name="csY1" fmla="*/ 311306 h 1278720"/>
              <a:gd name="csX2" fmla="*/ 2189987 w 3167743"/>
              <a:gd name="csY2" fmla="*/ 70847 h 1278720"/>
              <a:gd name="csX3" fmla="*/ 2180971 w 3167743"/>
              <a:gd name="csY3" fmla="*/ 405610 h 1278720"/>
              <a:gd name="csX4" fmla="*/ 2703843 w 3167743"/>
              <a:gd name="csY4" fmla="*/ 272601 h 1278720"/>
              <a:gd name="csX5" fmla="*/ 2477495 w 3167743"/>
              <a:gd name="csY5" fmla="*/ 579856 h 1278720"/>
              <a:gd name="csX6" fmla="*/ 3047179 w 3167743"/>
              <a:gd name="csY6" fmla="*/ 574558 h 1278720"/>
              <a:gd name="csX7" fmla="*/ 2637977 w 3167743"/>
              <a:gd name="csY7" fmla="*/ 807519 h 1278720"/>
              <a:gd name="csX8" fmla="*/ 3167743 w 3167743"/>
              <a:gd name="csY8" fmla="*/ 930729 h 1278720"/>
              <a:gd name="csX9" fmla="*/ 2637977 w 3167743"/>
              <a:gd name="csY9" fmla="*/ 1053939 h 1278720"/>
              <a:gd name="csX10" fmla="*/ 3032811 w 3167743"/>
              <a:gd name="csY10" fmla="*/ 1278720 h 1278720"/>
              <a:gd name="csX11" fmla="*/ 134933 w 3167743"/>
              <a:gd name="csY11" fmla="*/ 1278720 h 1278720"/>
              <a:gd name="csX12" fmla="*/ 529766 w 3167743"/>
              <a:gd name="csY12" fmla="*/ 1053939 h 1278720"/>
              <a:gd name="csX13" fmla="*/ 0 w 3167743"/>
              <a:gd name="csY13" fmla="*/ 930729 h 1278720"/>
              <a:gd name="csX14" fmla="*/ 529766 w 3167743"/>
              <a:gd name="csY14" fmla="*/ 807519 h 1278720"/>
              <a:gd name="csX15" fmla="*/ 120564 w 3167743"/>
              <a:gd name="csY15" fmla="*/ 574558 h 1278720"/>
              <a:gd name="csX16" fmla="*/ 690248 w 3167743"/>
              <a:gd name="csY16" fmla="*/ 579856 h 1278720"/>
              <a:gd name="csX17" fmla="*/ 463900 w 3167743"/>
              <a:gd name="csY17" fmla="*/ 272601 h 1278720"/>
              <a:gd name="csX18" fmla="*/ 986772 w 3167743"/>
              <a:gd name="csY18" fmla="*/ 405610 h 1278720"/>
              <a:gd name="csX19" fmla="*/ 977756 w 3167743"/>
              <a:gd name="csY19" fmla="*/ 70847 h 1278720"/>
              <a:gd name="csX20" fmla="*/ 1374198 w 3167743"/>
              <a:gd name="csY20" fmla="*/ 311306 h 1278720"/>
              <a:gd name="csX21" fmla="*/ 1583872 w 3167743"/>
              <a:gd name="csY21" fmla="*/ 0 h 12787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167743" h="1278720">
                <a:moveTo>
                  <a:pt x="1583872" y="0"/>
                </a:moveTo>
                <a:lnTo>
                  <a:pt x="1793545" y="311306"/>
                </a:lnTo>
                <a:lnTo>
                  <a:pt x="2189987" y="70847"/>
                </a:lnTo>
                <a:lnTo>
                  <a:pt x="2180971" y="405610"/>
                </a:lnTo>
                <a:lnTo>
                  <a:pt x="2703843" y="272601"/>
                </a:lnTo>
                <a:lnTo>
                  <a:pt x="2477495" y="579856"/>
                </a:lnTo>
                <a:lnTo>
                  <a:pt x="3047179" y="574558"/>
                </a:lnTo>
                <a:lnTo>
                  <a:pt x="2637977" y="807519"/>
                </a:lnTo>
                <a:lnTo>
                  <a:pt x="3167743" y="930729"/>
                </a:lnTo>
                <a:lnTo>
                  <a:pt x="2637977" y="1053939"/>
                </a:lnTo>
                <a:lnTo>
                  <a:pt x="3032811" y="1278720"/>
                </a:lnTo>
                <a:lnTo>
                  <a:pt x="134933" y="1278720"/>
                </a:lnTo>
                <a:lnTo>
                  <a:pt x="529766" y="1053939"/>
                </a:lnTo>
                <a:lnTo>
                  <a:pt x="0" y="930729"/>
                </a:lnTo>
                <a:lnTo>
                  <a:pt x="529766" y="807519"/>
                </a:lnTo>
                <a:lnTo>
                  <a:pt x="120564" y="574558"/>
                </a:lnTo>
                <a:lnTo>
                  <a:pt x="690248" y="579856"/>
                </a:lnTo>
                <a:lnTo>
                  <a:pt x="463900" y="272601"/>
                </a:lnTo>
                <a:lnTo>
                  <a:pt x="986772" y="405610"/>
                </a:lnTo>
                <a:lnTo>
                  <a:pt x="977756" y="70847"/>
                </a:lnTo>
                <a:lnTo>
                  <a:pt x="1374198" y="311306"/>
                </a:lnTo>
                <a:lnTo>
                  <a:pt x="1583872" y="0"/>
                </a:lnTo>
                <a:close/>
              </a:path>
            </a:pathLst>
          </a:cu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685" name="Textfeld 684">
            <a:extLst>
              <a:ext uri="{FF2B5EF4-FFF2-40B4-BE49-F238E27FC236}">
                <a16:creationId xmlns:a16="http://schemas.microsoft.com/office/drawing/2014/main" id="{E25A69A3-9D66-A640-E9C4-E9EE9E5679B6}"/>
              </a:ext>
            </a:extLst>
          </p:cNvPr>
          <p:cNvSpPr txBox="1"/>
          <p:nvPr/>
        </p:nvSpPr>
        <p:spPr>
          <a:xfrm>
            <a:off x="1275894" y="979677"/>
            <a:ext cx="1029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latin typeface="Consolas" panose="020B0609020204030204" pitchFamily="49" charset="0"/>
              </a:rPr>
              <a:t>100</a:t>
            </a:r>
          </a:p>
        </p:txBody>
      </p:sp>
      <p:pic>
        <p:nvPicPr>
          <p:cNvPr id="686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<a:extLst>
              <a:ext uri="{FF2B5EF4-FFF2-40B4-BE49-F238E27FC236}">
                <a16:creationId xmlns:a16="http://schemas.microsoft.com/office/drawing/2014/main" id="{AF7D6D4D-5E6F-5905-103C-FBF118894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357" y="2102016"/>
            <a:ext cx="583658" cy="583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Textfeld 74">
            <a:extLst>
              <a:ext uri="{FF2B5EF4-FFF2-40B4-BE49-F238E27FC236}">
                <a16:creationId xmlns:a16="http://schemas.microsoft.com/office/drawing/2014/main" id="{D2DCED89-D17E-427E-7764-7C70DEF8B120}"/>
              </a:ext>
            </a:extLst>
          </p:cNvPr>
          <p:cNvSpPr txBox="1"/>
          <p:nvPr/>
        </p:nvSpPr>
        <p:spPr>
          <a:xfrm>
            <a:off x="9406672" y="1336606"/>
            <a:ext cx="6083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&lt;- Wenn Memo geöffnet ist, können Felder nicht mehr aufgedeckt werden, nur markiert mit 1, 2, 3 und O(Mine)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FC83DBE-6959-1417-1CF0-4EC941D19D65}"/>
              </a:ext>
            </a:extLst>
          </p:cNvPr>
          <p:cNvSpPr/>
          <p:nvPr/>
        </p:nvSpPr>
        <p:spPr>
          <a:xfrm>
            <a:off x="8820558" y="2200808"/>
            <a:ext cx="973845" cy="976732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D9900A8-0F61-0B21-3558-72F6ACC854FC}"/>
              </a:ext>
            </a:extLst>
          </p:cNvPr>
          <p:cNvSpPr/>
          <p:nvPr/>
        </p:nvSpPr>
        <p:spPr>
          <a:xfrm>
            <a:off x="8818620" y="3230211"/>
            <a:ext cx="973845" cy="976732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9CE6E8C-9B94-1CBB-0D94-B5298DD2FF41}"/>
              </a:ext>
            </a:extLst>
          </p:cNvPr>
          <p:cNvSpPr/>
          <p:nvPr/>
        </p:nvSpPr>
        <p:spPr>
          <a:xfrm>
            <a:off x="8816682" y="4259614"/>
            <a:ext cx="973845" cy="976732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B384CD6-C561-DE72-5A2F-14D3086FD626}"/>
              </a:ext>
            </a:extLst>
          </p:cNvPr>
          <p:cNvSpPr/>
          <p:nvPr/>
        </p:nvSpPr>
        <p:spPr>
          <a:xfrm>
            <a:off x="9853540" y="1171430"/>
            <a:ext cx="973845" cy="976732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19B3689B-EA28-0C8A-50F3-47EE893E27B2}"/>
              </a:ext>
            </a:extLst>
          </p:cNvPr>
          <p:cNvGrpSpPr/>
          <p:nvPr/>
        </p:nvGrpSpPr>
        <p:grpSpPr>
          <a:xfrm>
            <a:off x="6221068" y="3645284"/>
            <a:ext cx="756000" cy="756000"/>
            <a:chOff x="5772000" y="1497731"/>
            <a:chExt cx="756000" cy="7560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BEC704B6-2EDD-0D11-2C44-AC96F735FD20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F1A2E844-80A3-1E15-4A49-471F8DE047AC}"/>
                </a:ext>
              </a:extLst>
            </p:cNvPr>
            <p:cNvSpPr/>
            <p:nvPr/>
          </p:nvSpPr>
          <p:spPr>
            <a:xfrm>
              <a:off x="5791664" y="1527443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F6F27A0B-9AA4-16C6-6A5E-B83DFB607F52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B2A8868D-667D-A755-0C25-F13F2B9CEE8B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2F81014A-FA16-0130-1EE5-62EF5F44A064}"/>
                </a:ext>
              </a:extLst>
            </p:cNvPr>
            <p:cNvSpPr/>
            <p:nvPr/>
          </p:nvSpPr>
          <p:spPr>
            <a:xfrm>
              <a:off x="5789124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780B1CD6-AA1B-BCFB-8735-EF39C5B3BCB8}"/>
                </a:ext>
              </a:extLst>
            </p:cNvPr>
            <p:cNvSpPr/>
            <p:nvPr/>
          </p:nvSpPr>
          <p:spPr>
            <a:xfrm>
              <a:off x="6261416" y="1527443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9743800-F2B8-65B1-DD7B-9D49C1574501}"/>
              </a:ext>
            </a:extLst>
          </p:cNvPr>
          <p:cNvGrpSpPr/>
          <p:nvPr/>
        </p:nvGrpSpPr>
        <p:grpSpPr>
          <a:xfrm>
            <a:off x="6214772" y="4473737"/>
            <a:ext cx="756000" cy="756000"/>
            <a:chOff x="5772000" y="1497731"/>
            <a:chExt cx="756000" cy="7560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CD55627-E7D4-CD00-0B97-8DB1D68F3F2F}"/>
                </a:ext>
              </a:extLst>
            </p:cNvPr>
            <p:cNvSpPr/>
            <p:nvPr/>
          </p:nvSpPr>
          <p:spPr>
            <a:xfrm>
              <a:off x="5772000" y="1497731"/>
              <a:ext cx="756000" cy="756000"/>
            </a:xfrm>
            <a:prstGeom prst="rect">
              <a:avLst/>
            </a:prstGeom>
            <a:solidFill>
              <a:srgbClr val="309F6A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24213497-0D79-C359-F0AB-DB346E270635}"/>
                </a:ext>
              </a:extLst>
            </p:cNvPr>
            <p:cNvSpPr/>
            <p:nvPr/>
          </p:nvSpPr>
          <p:spPr>
            <a:xfrm>
              <a:off x="5791664" y="1527443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5177BA5E-71C7-E6B3-7623-845497DCFE8E}"/>
                </a:ext>
              </a:extLst>
            </p:cNvPr>
            <p:cNvSpPr/>
            <p:nvPr/>
          </p:nvSpPr>
          <p:spPr>
            <a:xfrm>
              <a:off x="6022338" y="1749731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01CC2F3C-A97E-E887-2DAE-3A58D793E2B2}"/>
                </a:ext>
              </a:extLst>
            </p:cNvPr>
            <p:cNvSpPr/>
            <p:nvPr/>
          </p:nvSpPr>
          <p:spPr>
            <a:xfrm>
              <a:off x="6261416" y="1989359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B2FEE827-F8A6-0727-97D0-53877BF88165}"/>
                </a:ext>
              </a:extLst>
            </p:cNvPr>
            <p:cNvSpPr/>
            <p:nvPr/>
          </p:nvSpPr>
          <p:spPr>
            <a:xfrm>
              <a:off x="5789124" y="1986702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7136818A-6B78-4055-944D-B07F7CA61DCC}"/>
                </a:ext>
              </a:extLst>
            </p:cNvPr>
            <p:cNvSpPr/>
            <p:nvPr/>
          </p:nvSpPr>
          <p:spPr>
            <a:xfrm>
              <a:off x="6261416" y="1527443"/>
              <a:ext cx="252000" cy="252000"/>
            </a:xfrm>
            <a:prstGeom prst="rect">
              <a:avLst/>
            </a:prstGeom>
            <a:solidFill>
              <a:srgbClr val="1484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252098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84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ABFC7-E0A1-6DE7-5857-0FE3B676B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hteck 119">
            <a:extLst>
              <a:ext uri="{FF2B5EF4-FFF2-40B4-BE49-F238E27FC236}">
                <a16:creationId xmlns:a16="http://schemas.microsoft.com/office/drawing/2014/main" id="{9FC23412-7A28-E991-106E-6FA76C118CAF}"/>
              </a:ext>
            </a:extLst>
          </p:cNvPr>
          <p:cNvSpPr/>
          <p:nvPr/>
        </p:nvSpPr>
        <p:spPr>
          <a:xfrm>
            <a:off x="4822370" y="2966357"/>
            <a:ext cx="2873829" cy="112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/>
              <a:t>Play</a:t>
            </a: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9C474F21-190E-5703-DD6E-2DAC9BDCF5ED}"/>
              </a:ext>
            </a:extLst>
          </p:cNvPr>
          <p:cNvSpPr/>
          <p:nvPr/>
        </p:nvSpPr>
        <p:spPr>
          <a:xfrm>
            <a:off x="3973283" y="767444"/>
            <a:ext cx="4572001" cy="112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err="1"/>
              <a:t>VoltorbFlip</a:t>
            </a:r>
            <a:endParaRPr lang="de-DE" sz="6600"/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A608790A-0AFB-F4AB-3C16-D51A3FAEC8D2}"/>
              </a:ext>
            </a:extLst>
          </p:cNvPr>
          <p:cNvSpPr/>
          <p:nvPr/>
        </p:nvSpPr>
        <p:spPr>
          <a:xfrm>
            <a:off x="5649681" y="4087584"/>
            <a:ext cx="1219204" cy="348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Rules</a:t>
            </a:r>
            <a:endParaRPr lang="de-DE" sz="540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9561A96-40AE-8370-9C5E-9D48EC50863F}"/>
              </a:ext>
            </a:extLst>
          </p:cNvPr>
          <p:cNvSpPr/>
          <p:nvPr/>
        </p:nvSpPr>
        <p:spPr>
          <a:xfrm>
            <a:off x="3864427" y="5646367"/>
            <a:ext cx="2286002" cy="582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Watch Replay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B0442FC-EA74-1FA5-F9F5-00BCC3F3E9A1}"/>
              </a:ext>
            </a:extLst>
          </p:cNvPr>
          <p:cNvSpPr/>
          <p:nvPr/>
        </p:nvSpPr>
        <p:spPr>
          <a:xfrm>
            <a:off x="6281049" y="5646367"/>
            <a:ext cx="2286002" cy="582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Shop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FFF4ACD-8898-66AB-2DA3-C33EA2DE80AE}"/>
              </a:ext>
            </a:extLst>
          </p:cNvPr>
          <p:cNvSpPr/>
          <p:nvPr/>
        </p:nvSpPr>
        <p:spPr>
          <a:xfrm>
            <a:off x="2367636" y="446315"/>
            <a:ext cx="7875821" cy="5998028"/>
          </a:xfrm>
          <a:prstGeom prst="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6600">
              <a:latin typeface="Consolas" panose="020B0609020204030204" pitchFamily="49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DB59E66-58F5-B620-EE4A-4B301864B215}"/>
              </a:ext>
            </a:extLst>
          </p:cNvPr>
          <p:cNvSpPr txBox="1"/>
          <p:nvPr/>
        </p:nvSpPr>
        <p:spPr>
          <a:xfrm>
            <a:off x="5517685" y="634773"/>
            <a:ext cx="1526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Consolas" panose="020B0609020204030204" pitchFamily="49" charset="0"/>
              </a:rPr>
              <a:t>RULES</a:t>
            </a:r>
            <a:endParaRPr lang="de-DE" dirty="0">
              <a:latin typeface="Consolas" panose="020B0609020204030204" pitchFamily="49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0CDE494-91A8-2622-EED0-5355C4C7611E}"/>
              </a:ext>
            </a:extLst>
          </p:cNvPr>
          <p:cNvSpPr/>
          <p:nvPr/>
        </p:nvSpPr>
        <p:spPr>
          <a:xfrm>
            <a:off x="2683325" y="1413775"/>
            <a:ext cx="7342417" cy="4475748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latin typeface="Consolas" panose="020B0609020204030204" pitchFamily="49" charset="0"/>
              </a:rPr>
              <a:t>Rules</a:t>
            </a:r>
            <a:endParaRPr lang="de-DE" dirty="0">
              <a:latin typeface="Consolas" panose="020B0609020204030204" pitchFamily="49" charset="0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FA97831-3DCF-8AA0-4139-7942909923CA}"/>
              </a:ext>
            </a:extLst>
          </p:cNvPr>
          <p:cNvSpPr/>
          <p:nvPr/>
        </p:nvSpPr>
        <p:spPr>
          <a:xfrm>
            <a:off x="8806537" y="5992762"/>
            <a:ext cx="1219205" cy="348341"/>
          </a:xfrm>
          <a:prstGeom prst="round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latin typeface="Consolas" panose="020B0609020204030204" pitchFamily="49" charset="0"/>
              </a:rPr>
              <a:t>Exit</a:t>
            </a:r>
            <a:endParaRPr lang="de-DE" sz="6600" dirty="0">
              <a:latin typeface="Consolas" panose="020B0609020204030204" pitchFamily="49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0331794-7643-3798-F785-432710AF734F}"/>
              </a:ext>
            </a:extLst>
          </p:cNvPr>
          <p:cNvSpPr txBox="1"/>
          <p:nvPr/>
        </p:nvSpPr>
        <p:spPr>
          <a:xfrm>
            <a:off x="6914880" y="5843163"/>
            <a:ext cx="2089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schließt das </a:t>
            </a:r>
            <a:r>
              <a:rPr lang="de-DE" dirty="0" err="1">
                <a:solidFill>
                  <a:srgbClr val="002060"/>
                </a:solidFill>
              </a:rPr>
              <a:t>pop-up</a:t>
            </a:r>
            <a:r>
              <a:rPr lang="de-DE" dirty="0">
                <a:solidFill>
                  <a:srgbClr val="002060"/>
                </a:solidFill>
              </a:rPr>
              <a:t> </a:t>
            </a:r>
            <a:r>
              <a:rPr lang="de-DE" dirty="0" err="1">
                <a:solidFill>
                  <a:srgbClr val="002060"/>
                </a:solidFill>
              </a:rPr>
              <a:t>fenster</a:t>
            </a:r>
            <a:r>
              <a:rPr lang="de-DE" dirty="0">
                <a:solidFill>
                  <a:srgbClr val="002060"/>
                </a:solidFill>
              </a:rPr>
              <a:t> -&gt;</a:t>
            </a:r>
          </a:p>
        </p:txBody>
      </p:sp>
      <p:pic>
        <p:nvPicPr>
          <p:cNvPr id="9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<a:extLst>
              <a:ext uri="{FF2B5EF4-FFF2-40B4-BE49-F238E27FC236}">
                <a16:creationId xmlns:a16="http://schemas.microsoft.com/office/drawing/2014/main" id="{CED28CAF-6C43-47DB-B1DF-185BF0DDD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703" y="516702"/>
            <a:ext cx="297102" cy="29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<a:extLst>
              <a:ext uri="{FF2B5EF4-FFF2-40B4-BE49-F238E27FC236}">
                <a16:creationId xmlns:a16="http://schemas.microsoft.com/office/drawing/2014/main" id="{EC79A47B-BD53-1CA4-8837-B3062F97F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7191" y="516702"/>
            <a:ext cx="297102" cy="29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3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84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7345A-A78F-EF00-113C-FF37FAC6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2D8DBB7-3A9F-031E-238D-AD622B359BCF}"/>
              </a:ext>
            </a:extLst>
          </p:cNvPr>
          <p:cNvSpPr/>
          <p:nvPr/>
        </p:nvSpPr>
        <p:spPr>
          <a:xfrm>
            <a:off x="4114800" y="4455522"/>
            <a:ext cx="1981200" cy="380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Watch Replay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52049B3-D48A-86BB-7276-C80628D12194}"/>
              </a:ext>
            </a:extLst>
          </p:cNvPr>
          <p:cNvSpPr/>
          <p:nvPr/>
        </p:nvSpPr>
        <p:spPr>
          <a:xfrm>
            <a:off x="4114800" y="2157444"/>
            <a:ext cx="1981200" cy="3809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Player2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34A7910-9861-4757-B3CC-09236B408A6B}"/>
              </a:ext>
            </a:extLst>
          </p:cNvPr>
          <p:cNvSpPr/>
          <p:nvPr/>
        </p:nvSpPr>
        <p:spPr>
          <a:xfrm>
            <a:off x="4114800" y="2745273"/>
            <a:ext cx="1981200" cy="38099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Player3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8723A1B-2B2E-0DFA-7DDA-55186616E88F}"/>
              </a:ext>
            </a:extLst>
          </p:cNvPr>
          <p:cNvSpPr/>
          <p:nvPr/>
        </p:nvSpPr>
        <p:spPr>
          <a:xfrm>
            <a:off x="4114800" y="3333102"/>
            <a:ext cx="1981200" cy="38099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94E5545-548F-4D3B-2486-41004AE95896}"/>
              </a:ext>
            </a:extLst>
          </p:cNvPr>
          <p:cNvSpPr/>
          <p:nvPr/>
        </p:nvSpPr>
        <p:spPr>
          <a:xfrm>
            <a:off x="6433457" y="1553289"/>
            <a:ext cx="1981200" cy="38099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830ED0B-CEEC-144A-6D11-CC6BB9C2DCEB}"/>
              </a:ext>
            </a:extLst>
          </p:cNvPr>
          <p:cNvSpPr/>
          <p:nvPr/>
        </p:nvSpPr>
        <p:spPr>
          <a:xfrm>
            <a:off x="6433457" y="2141118"/>
            <a:ext cx="1981200" cy="380998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9A75952-C6A0-5CE7-A960-8BEA3D3819EC}"/>
              </a:ext>
            </a:extLst>
          </p:cNvPr>
          <p:cNvSpPr/>
          <p:nvPr/>
        </p:nvSpPr>
        <p:spPr>
          <a:xfrm>
            <a:off x="6433457" y="2728947"/>
            <a:ext cx="1981200" cy="38099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C278DB6-29C9-2420-15FA-3CB4423C907B}"/>
              </a:ext>
            </a:extLst>
          </p:cNvPr>
          <p:cNvSpPr/>
          <p:nvPr/>
        </p:nvSpPr>
        <p:spPr>
          <a:xfrm>
            <a:off x="6433457" y="3316776"/>
            <a:ext cx="1981200" cy="380998"/>
          </a:xfrm>
          <a:prstGeom prst="rect">
            <a:avLst/>
          </a:prstGeom>
          <a:noFill/>
          <a:ln>
            <a:solidFill>
              <a:srgbClr val="41E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7AEAFA5-6924-9270-846F-BC7AEC595848}"/>
              </a:ext>
            </a:extLst>
          </p:cNvPr>
          <p:cNvSpPr/>
          <p:nvPr/>
        </p:nvSpPr>
        <p:spPr>
          <a:xfrm>
            <a:off x="6433457" y="4455522"/>
            <a:ext cx="1981200" cy="371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/>
              <a:t>Shop</a:t>
            </a:r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D8C0CA5-DA8F-5037-F814-528DBF7CDA1C}"/>
              </a:ext>
            </a:extLst>
          </p:cNvPr>
          <p:cNvSpPr/>
          <p:nvPr/>
        </p:nvSpPr>
        <p:spPr>
          <a:xfrm>
            <a:off x="1042218" y="1561873"/>
            <a:ext cx="10323871" cy="3554537"/>
          </a:xfrm>
          <a:prstGeom prst="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660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2E75AC4-5ADF-AB35-284B-0EFB73A6C5F0}"/>
              </a:ext>
            </a:extLst>
          </p:cNvPr>
          <p:cNvSpPr txBox="1"/>
          <p:nvPr/>
        </p:nvSpPr>
        <p:spPr>
          <a:xfrm>
            <a:off x="5301338" y="1673094"/>
            <a:ext cx="1981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Consolas" panose="020B0609020204030204" pitchFamily="49" charset="0"/>
              </a:rPr>
              <a:t>REPLAYS</a:t>
            </a:r>
            <a:endParaRPr lang="de-DE" dirty="0">
              <a:latin typeface="Consolas" panose="020B0609020204030204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7CC5A76-F027-F0CF-CC11-BD3C7E28E7AA}"/>
              </a:ext>
            </a:extLst>
          </p:cNvPr>
          <p:cNvSpPr/>
          <p:nvPr/>
        </p:nvSpPr>
        <p:spPr>
          <a:xfrm>
            <a:off x="1217879" y="2456411"/>
            <a:ext cx="1944000" cy="646331"/>
          </a:xfrm>
          <a:prstGeom prst="rect">
            <a:avLst/>
          </a:prstGeom>
          <a:solidFill>
            <a:srgbClr val="DE705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Consolas" panose="020B0609020204030204" pitchFamily="49" charset="0"/>
              </a:rPr>
              <a:t>Lost</a:t>
            </a:r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B3F395-7F21-924E-DA8E-6F5DE9A2406A}"/>
              </a:ext>
            </a:extLst>
          </p:cNvPr>
          <p:cNvSpPr/>
          <p:nvPr/>
        </p:nvSpPr>
        <p:spPr>
          <a:xfrm>
            <a:off x="3233059" y="2448258"/>
            <a:ext cx="1944000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latin typeface="Consolas" panose="020B0609020204030204" pitchFamily="49" charset="0"/>
              </a:rPr>
              <a:t>Won</a:t>
            </a:r>
            <a:endParaRPr lang="de-DE" dirty="0">
              <a:latin typeface="Consolas" panose="020B0609020204030204" pitchFamily="49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D1900E4-0DA8-185D-BCB1-C3C229418491}"/>
              </a:ext>
            </a:extLst>
          </p:cNvPr>
          <p:cNvSpPr/>
          <p:nvPr/>
        </p:nvSpPr>
        <p:spPr>
          <a:xfrm>
            <a:off x="5248237" y="2447398"/>
            <a:ext cx="1944000" cy="646331"/>
          </a:xfrm>
          <a:prstGeom prst="rect">
            <a:avLst/>
          </a:prstGeom>
          <a:solidFill>
            <a:srgbClr val="DE705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Consolas" panose="020B0609020204030204" pitchFamily="49" charset="0"/>
              </a:rPr>
              <a:t>Lost</a:t>
            </a:r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FE77706-B3AA-9065-9E88-14299F8076E3}"/>
              </a:ext>
            </a:extLst>
          </p:cNvPr>
          <p:cNvSpPr/>
          <p:nvPr/>
        </p:nvSpPr>
        <p:spPr>
          <a:xfrm>
            <a:off x="7263415" y="2447150"/>
            <a:ext cx="1944000" cy="646331"/>
          </a:xfrm>
          <a:prstGeom prst="rect">
            <a:avLst/>
          </a:prstGeom>
          <a:solidFill>
            <a:srgbClr val="DE705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Consolas" panose="020B0609020204030204" pitchFamily="49" charset="0"/>
              </a:rPr>
              <a:t>Lost</a:t>
            </a:r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2D94669-D1E2-031F-BF7A-567F0318CE19}"/>
              </a:ext>
            </a:extLst>
          </p:cNvPr>
          <p:cNvSpPr/>
          <p:nvPr/>
        </p:nvSpPr>
        <p:spPr>
          <a:xfrm>
            <a:off x="9278593" y="2447149"/>
            <a:ext cx="1944000" cy="646331"/>
          </a:xfrm>
          <a:prstGeom prst="rect">
            <a:avLst/>
          </a:prstGeom>
          <a:solidFill>
            <a:srgbClr val="DE705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Consolas" panose="020B0609020204030204" pitchFamily="49" charset="0"/>
              </a:rPr>
              <a:t>Lost</a:t>
            </a:r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27C414A-749C-32C5-36EB-F667FC72331A}"/>
              </a:ext>
            </a:extLst>
          </p:cNvPr>
          <p:cNvSpPr/>
          <p:nvPr/>
        </p:nvSpPr>
        <p:spPr>
          <a:xfrm>
            <a:off x="1217879" y="3184109"/>
            <a:ext cx="1944000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Consolas" panose="020B0609020204030204" pitchFamily="49" charset="0"/>
              </a:rPr>
              <a:t>Won</a:t>
            </a:r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F96C2F9-94DC-CC6B-B554-636325CFF7A4}"/>
              </a:ext>
            </a:extLst>
          </p:cNvPr>
          <p:cNvSpPr/>
          <p:nvPr/>
        </p:nvSpPr>
        <p:spPr>
          <a:xfrm>
            <a:off x="3233059" y="3184108"/>
            <a:ext cx="1944000" cy="646331"/>
          </a:xfrm>
          <a:prstGeom prst="rect">
            <a:avLst/>
          </a:prstGeom>
          <a:solidFill>
            <a:srgbClr val="14845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Consolas" panose="020B0609020204030204" pitchFamily="49" charset="0"/>
              </a:rPr>
              <a:t>-</a:t>
            </a:r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2B55AA5-F65E-7912-D259-EED4958017F0}"/>
              </a:ext>
            </a:extLst>
          </p:cNvPr>
          <p:cNvSpPr/>
          <p:nvPr/>
        </p:nvSpPr>
        <p:spPr>
          <a:xfrm>
            <a:off x="5248237" y="3178309"/>
            <a:ext cx="1944000" cy="646331"/>
          </a:xfrm>
          <a:prstGeom prst="rect">
            <a:avLst/>
          </a:prstGeom>
          <a:solidFill>
            <a:srgbClr val="14845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Consolas" panose="020B0609020204030204" pitchFamily="49" charset="0"/>
              </a:rPr>
              <a:t>-</a:t>
            </a:r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B040BE5-1252-5E0A-7BEE-FF2DC19B4755}"/>
              </a:ext>
            </a:extLst>
          </p:cNvPr>
          <p:cNvSpPr/>
          <p:nvPr/>
        </p:nvSpPr>
        <p:spPr>
          <a:xfrm>
            <a:off x="7263415" y="3184108"/>
            <a:ext cx="1944000" cy="646331"/>
          </a:xfrm>
          <a:prstGeom prst="rect">
            <a:avLst/>
          </a:prstGeom>
          <a:solidFill>
            <a:srgbClr val="14845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Consolas" panose="020B0609020204030204" pitchFamily="49" charset="0"/>
              </a:rPr>
              <a:t>-</a:t>
            </a:r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9D0B848-9102-86B2-8FCC-2C0DFB346124}"/>
              </a:ext>
            </a:extLst>
          </p:cNvPr>
          <p:cNvSpPr/>
          <p:nvPr/>
        </p:nvSpPr>
        <p:spPr>
          <a:xfrm>
            <a:off x="9278593" y="3190239"/>
            <a:ext cx="1944000" cy="646331"/>
          </a:xfrm>
          <a:prstGeom prst="rect">
            <a:avLst/>
          </a:prstGeom>
          <a:solidFill>
            <a:srgbClr val="14845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Consolas" panose="020B0609020204030204" pitchFamily="49" charset="0"/>
              </a:rPr>
              <a:t>-</a:t>
            </a:r>
            <a:endParaRPr lang="de-DE">
              <a:latin typeface="Consolas" panose="020B0609020204030204" pitchFamily="49" charset="0"/>
            </a:endParaRP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ECC3987A-60B3-B730-2FFD-8F739077D963}"/>
              </a:ext>
            </a:extLst>
          </p:cNvPr>
          <p:cNvSpPr/>
          <p:nvPr/>
        </p:nvSpPr>
        <p:spPr>
          <a:xfrm>
            <a:off x="3977364" y="4121370"/>
            <a:ext cx="2185309" cy="646331"/>
          </a:xfrm>
          <a:prstGeom prst="round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latin typeface="Consolas" panose="020B0609020204030204" pitchFamily="49" charset="0"/>
              </a:rPr>
              <a:t>Import Replay</a:t>
            </a:r>
            <a:endParaRPr lang="de-DE" sz="1600" dirty="0">
              <a:latin typeface="Consolas" panose="020B0609020204030204" pitchFamily="49" charset="0"/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6D617F81-2475-2198-0ECE-4B43C413CB95}"/>
              </a:ext>
            </a:extLst>
          </p:cNvPr>
          <p:cNvSpPr/>
          <p:nvPr/>
        </p:nvSpPr>
        <p:spPr>
          <a:xfrm>
            <a:off x="6291938" y="4121370"/>
            <a:ext cx="2185309" cy="646331"/>
          </a:xfrm>
          <a:prstGeom prst="round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>
                <a:latin typeface="Consolas" panose="020B0609020204030204" pitchFamily="49" charset="0"/>
              </a:rPr>
              <a:t>Export Replay</a:t>
            </a:r>
            <a:endParaRPr lang="de-DE" sz="1600">
              <a:latin typeface="Consolas" panose="020B0609020204030204" pitchFamily="49" charset="0"/>
            </a:endParaRP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D418713-2290-0ABD-BE32-90D6821EF1D4}"/>
              </a:ext>
            </a:extLst>
          </p:cNvPr>
          <p:cNvCxnSpPr>
            <a:cxnSpLocks/>
          </p:cNvCxnSpPr>
          <p:nvPr/>
        </p:nvCxnSpPr>
        <p:spPr>
          <a:xfrm flipV="1">
            <a:off x="1042218" y="3963220"/>
            <a:ext cx="10323871" cy="317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7459A99F-685C-E01F-C330-92B80EF863B9}"/>
              </a:ext>
            </a:extLst>
          </p:cNvPr>
          <p:cNvSpPr txBox="1"/>
          <p:nvPr/>
        </p:nvSpPr>
        <p:spPr>
          <a:xfrm>
            <a:off x="1727496" y="1586134"/>
            <a:ext cx="3405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Letzte vorherigen Spiele mit Verloren/Gewonnen Anzeige   |</a:t>
            </a:r>
          </a:p>
          <a:p>
            <a:r>
              <a:rPr lang="de-DE" dirty="0">
                <a:solidFill>
                  <a:srgbClr val="002060"/>
                </a:solidFill>
              </a:rPr>
              <a:t>                                                              \/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A6FBE1C6-5B74-A206-9D43-F06B97A7058E}"/>
              </a:ext>
            </a:extLst>
          </p:cNvPr>
          <p:cNvSpPr txBox="1"/>
          <p:nvPr/>
        </p:nvSpPr>
        <p:spPr>
          <a:xfrm>
            <a:off x="1141425" y="4127788"/>
            <a:ext cx="3099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002060"/>
                </a:solidFill>
              </a:rPr>
              <a:t>Spielaufnahme importieren im</a:t>
            </a:r>
          </a:p>
          <a:p>
            <a:r>
              <a:rPr lang="de-DE" sz="1600" dirty="0">
                <a:solidFill>
                  <a:srgbClr val="002060"/>
                </a:solidFill>
              </a:rPr>
              <a:t>.</a:t>
            </a:r>
            <a:r>
              <a:rPr lang="de-DE" sz="1600" dirty="0" err="1">
                <a:solidFill>
                  <a:srgbClr val="002060"/>
                </a:solidFill>
              </a:rPr>
              <a:t>csv</a:t>
            </a:r>
            <a:r>
              <a:rPr lang="de-DE" sz="1600" dirty="0">
                <a:solidFill>
                  <a:srgbClr val="002060"/>
                </a:solidFill>
              </a:rPr>
              <a:t> </a:t>
            </a:r>
            <a:r>
              <a:rPr lang="de-DE" sz="1600" dirty="0" err="1">
                <a:solidFill>
                  <a:srgbClr val="002060"/>
                </a:solidFill>
              </a:rPr>
              <a:t>format</a:t>
            </a:r>
            <a:r>
              <a:rPr lang="de-DE" sz="1600" dirty="0">
                <a:solidFill>
                  <a:srgbClr val="002060"/>
                </a:solidFill>
              </a:rPr>
              <a:t>   -&gt;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E2CC1DA-BB61-2543-186B-E93967DD54A9}"/>
              </a:ext>
            </a:extLst>
          </p:cNvPr>
          <p:cNvSpPr txBox="1"/>
          <p:nvPr/>
        </p:nvSpPr>
        <p:spPr>
          <a:xfrm>
            <a:off x="8408421" y="4069726"/>
            <a:ext cx="3405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002060"/>
                </a:solidFill>
              </a:rPr>
              <a:t>&lt;- Spielaufnahme exportieren im</a:t>
            </a:r>
          </a:p>
          <a:p>
            <a:r>
              <a:rPr lang="de-DE" sz="1600" dirty="0">
                <a:solidFill>
                  <a:srgbClr val="002060"/>
                </a:solidFill>
              </a:rPr>
              <a:t>.</a:t>
            </a:r>
            <a:r>
              <a:rPr lang="de-DE" sz="1600" dirty="0" err="1">
                <a:solidFill>
                  <a:srgbClr val="002060"/>
                </a:solidFill>
              </a:rPr>
              <a:t>csv</a:t>
            </a:r>
            <a:r>
              <a:rPr lang="de-DE" sz="1600" dirty="0">
                <a:solidFill>
                  <a:srgbClr val="002060"/>
                </a:solidFill>
              </a:rPr>
              <a:t> </a:t>
            </a:r>
            <a:r>
              <a:rPr lang="de-DE" sz="1600" dirty="0" err="1">
                <a:solidFill>
                  <a:srgbClr val="002060"/>
                </a:solidFill>
              </a:rPr>
              <a:t>format</a:t>
            </a:r>
            <a:r>
              <a:rPr lang="de-DE" sz="1600" dirty="0">
                <a:solidFill>
                  <a:srgbClr val="002060"/>
                </a:solidFill>
              </a:rPr>
              <a:t>   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899F10F5-B622-D6FB-DCD8-25A3BBCEE8F3}"/>
              </a:ext>
            </a:extLst>
          </p:cNvPr>
          <p:cNvSpPr/>
          <p:nvPr/>
        </p:nvSpPr>
        <p:spPr>
          <a:xfrm>
            <a:off x="10003388" y="4652656"/>
            <a:ext cx="1219205" cy="348341"/>
          </a:xfrm>
          <a:prstGeom prst="round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latin typeface="Consolas" panose="020B0609020204030204" pitchFamily="49" charset="0"/>
              </a:rPr>
              <a:t>Exit</a:t>
            </a:r>
            <a:endParaRPr lang="de-DE" sz="6600" dirty="0">
              <a:latin typeface="Consolas" panose="020B0609020204030204" pitchFamily="49" charset="0"/>
            </a:endParaRPr>
          </a:p>
        </p:txBody>
      </p:sp>
      <p:pic>
        <p:nvPicPr>
          <p:cNvPr id="27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<a:extLst>
              <a:ext uri="{FF2B5EF4-FFF2-40B4-BE49-F238E27FC236}">
                <a16:creationId xmlns:a16="http://schemas.microsoft.com/office/drawing/2014/main" id="{B9B150FD-FB80-41B2-1D23-ABC207E13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25" y="1661485"/>
            <a:ext cx="297102" cy="29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<a:extLst>
              <a:ext uri="{FF2B5EF4-FFF2-40B4-BE49-F238E27FC236}">
                <a16:creationId xmlns:a16="http://schemas.microsoft.com/office/drawing/2014/main" id="{41343EFD-626A-CAF9-848A-614E7849E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6799" y="1661485"/>
            <a:ext cx="297102" cy="29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679CE51B-AB52-2D68-053C-700698DBC898}"/>
              </a:ext>
            </a:extLst>
          </p:cNvPr>
          <p:cNvSpPr txBox="1"/>
          <p:nvPr/>
        </p:nvSpPr>
        <p:spPr>
          <a:xfrm>
            <a:off x="8810659" y="5126147"/>
            <a:ext cx="2299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</a:rPr>
              <a:t>schließt das pop-  /\  </a:t>
            </a:r>
          </a:p>
          <a:p>
            <a:r>
              <a:rPr lang="de-DE" dirty="0" err="1">
                <a:solidFill>
                  <a:srgbClr val="002060"/>
                </a:solidFill>
              </a:rPr>
              <a:t>up</a:t>
            </a:r>
            <a:r>
              <a:rPr lang="de-DE" dirty="0">
                <a:solidFill>
                  <a:srgbClr val="002060"/>
                </a:solidFill>
              </a:rPr>
              <a:t> </a:t>
            </a:r>
            <a:r>
              <a:rPr lang="de-DE" dirty="0" err="1">
                <a:solidFill>
                  <a:srgbClr val="002060"/>
                </a:solidFill>
              </a:rPr>
              <a:t>fenster</a:t>
            </a:r>
            <a:r>
              <a:rPr lang="de-DE" dirty="0">
                <a:solidFill>
                  <a:srgbClr val="002060"/>
                </a:solidFill>
              </a:rPr>
              <a:t>                   |</a:t>
            </a:r>
          </a:p>
        </p:txBody>
      </p:sp>
    </p:spTree>
    <p:extLst>
      <p:ext uri="{BB962C8B-B14F-4D97-AF65-F5344CB8AC3E}">
        <p14:creationId xmlns:p14="http://schemas.microsoft.com/office/powerpoint/2010/main" val="567844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84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44A7C5-1BF9-51F8-0D12-50FEDC24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hteck 119">
            <a:extLst>
              <a:ext uri="{FF2B5EF4-FFF2-40B4-BE49-F238E27FC236}">
                <a16:creationId xmlns:a16="http://schemas.microsoft.com/office/drawing/2014/main" id="{8733E5EA-C4D4-A01E-69CA-B85FDFEEE1FB}"/>
              </a:ext>
            </a:extLst>
          </p:cNvPr>
          <p:cNvSpPr/>
          <p:nvPr/>
        </p:nvSpPr>
        <p:spPr>
          <a:xfrm>
            <a:off x="4822370" y="2651397"/>
            <a:ext cx="2873829" cy="11212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0">
                <a:latin typeface="Consolas" panose="020B0609020204030204" pitchFamily="49" charset="0"/>
              </a:rPr>
              <a:t>Play</a:t>
            </a:r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5CFC75E9-93FC-6EC7-EBB9-0B360F03E8C6}"/>
              </a:ext>
            </a:extLst>
          </p:cNvPr>
          <p:cNvSpPr/>
          <p:nvPr/>
        </p:nvSpPr>
        <p:spPr>
          <a:xfrm>
            <a:off x="5649681" y="3772624"/>
            <a:ext cx="1219204" cy="3483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Consolas" panose="020B0609020204030204" pitchFamily="49" charset="0"/>
              </a:rPr>
              <a:t>Rules</a:t>
            </a:r>
            <a:endParaRPr lang="de-DE" sz="4800">
              <a:latin typeface="Consolas" panose="020B0609020204030204" pitchFamily="49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8F1CD8C-CA8B-762B-9E4E-069C9A17E697}"/>
              </a:ext>
            </a:extLst>
          </p:cNvPr>
          <p:cNvSpPr/>
          <p:nvPr/>
        </p:nvSpPr>
        <p:spPr>
          <a:xfrm>
            <a:off x="2367636" y="1317171"/>
            <a:ext cx="7875821" cy="4539343"/>
          </a:xfrm>
          <a:prstGeom prst="rect">
            <a:avLst/>
          </a:prstGeom>
          <a:solidFill>
            <a:srgbClr val="309F6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6600">
              <a:latin typeface="Consolas" panose="020B0609020204030204" pitchFamily="49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2A3653B-8532-6555-ADEF-5851F5F9D61D}"/>
              </a:ext>
            </a:extLst>
          </p:cNvPr>
          <p:cNvSpPr txBox="1"/>
          <p:nvPr/>
        </p:nvSpPr>
        <p:spPr>
          <a:xfrm>
            <a:off x="5603415" y="1407574"/>
            <a:ext cx="1404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Consolas" panose="020B0609020204030204" pitchFamily="49" charset="0"/>
              </a:rPr>
              <a:t>SHOP</a:t>
            </a:r>
            <a:endParaRPr lang="de-DE" dirty="0">
              <a:latin typeface="Consolas" panose="020B0609020204030204" pitchFamily="49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D5A9D7E-E4F4-9D5A-8B15-6AA433394BA7}"/>
              </a:ext>
            </a:extLst>
          </p:cNvPr>
          <p:cNvSpPr/>
          <p:nvPr/>
        </p:nvSpPr>
        <p:spPr>
          <a:xfrm>
            <a:off x="2547257" y="2254069"/>
            <a:ext cx="838200" cy="838200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>
                <a:latin typeface="Consolas" panose="020B0609020204030204" pitchFamily="49" charset="0"/>
              </a:rPr>
              <a:t>Icon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3E1A7B0-C412-3C28-7BBB-0A6765858FD2}"/>
              </a:ext>
            </a:extLst>
          </p:cNvPr>
          <p:cNvSpPr/>
          <p:nvPr/>
        </p:nvSpPr>
        <p:spPr>
          <a:xfrm>
            <a:off x="2547257" y="3250109"/>
            <a:ext cx="838200" cy="838200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>
                <a:latin typeface="Consolas" panose="020B0609020204030204" pitchFamily="49" charset="0"/>
              </a:rPr>
              <a:t>Icon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A542E08-2A1B-7F10-E2CC-B81E5D4202A8}"/>
              </a:ext>
            </a:extLst>
          </p:cNvPr>
          <p:cNvSpPr/>
          <p:nvPr/>
        </p:nvSpPr>
        <p:spPr>
          <a:xfrm>
            <a:off x="2547257" y="4246149"/>
            <a:ext cx="838200" cy="838200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latin typeface="Consolas" panose="020B0609020204030204" pitchFamily="49" charset="0"/>
              </a:rPr>
              <a:t>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3C7AC41-F6D2-3CF4-5A12-2F65361CCD64}"/>
              </a:ext>
            </a:extLst>
          </p:cNvPr>
          <p:cNvSpPr/>
          <p:nvPr/>
        </p:nvSpPr>
        <p:spPr>
          <a:xfrm>
            <a:off x="3554183" y="2254069"/>
            <a:ext cx="4152905" cy="849085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>
                <a:latin typeface="Consolas" panose="020B0609020204030204" pitchFamily="49" charset="0"/>
              </a:rPr>
              <a:t>Description</a:t>
            </a:r>
            <a:endParaRPr lang="de-DE" sz="1600">
              <a:latin typeface="Consolas" panose="020B0609020204030204" pitchFamily="49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684CDDF-E2DF-4844-ACAF-277A6D19F1C9}"/>
              </a:ext>
            </a:extLst>
          </p:cNvPr>
          <p:cNvSpPr/>
          <p:nvPr/>
        </p:nvSpPr>
        <p:spPr>
          <a:xfrm>
            <a:off x="3554192" y="3244664"/>
            <a:ext cx="4152896" cy="838200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>
                <a:latin typeface="Consolas" panose="020B0609020204030204" pitchFamily="49" charset="0"/>
              </a:rPr>
              <a:t>Description</a:t>
            </a:r>
            <a:endParaRPr lang="de-DE" sz="1600">
              <a:latin typeface="Consolas" panose="020B0609020204030204" pitchFamily="49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AC30788-7402-7F0E-F513-047D7EABF1E6}"/>
              </a:ext>
            </a:extLst>
          </p:cNvPr>
          <p:cNvSpPr/>
          <p:nvPr/>
        </p:nvSpPr>
        <p:spPr>
          <a:xfrm>
            <a:off x="3554201" y="4246144"/>
            <a:ext cx="4142002" cy="838200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>
                <a:latin typeface="Consolas" panose="020B0609020204030204" pitchFamily="49" charset="0"/>
              </a:rPr>
              <a:t>Description</a:t>
            </a:r>
            <a:endParaRPr lang="de-DE" sz="1600">
              <a:latin typeface="Consolas" panose="020B0609020204030204" pitchFamily="49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43C5403-345E-9B99-6919-594223FE3AC1}"/>
              </a:ext>
            </a:extLst>
          </p:cNvPr>
          <p:cNvSpPr/>
          <p:nvPr/>
        </p:nvSpPr>
        <p:spPr>
          <a:xfrm>
            <a:off x="8942617" y="2254069"/>
            <a:ext cx="1132105" cy="838200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err="1">
                <a:latin typeface="Consolas" panose="020B0609020204030204" pitchFamily="49" charset="0"/>
              </a:rPr>
              <a:t>Equip</a:t>
            </a:r>
            <a:endParaRPr lang="de-DE" sz="2000">
              <a:latin typeface="Consolas" panose="020B0609020204030204" pitchFamily="49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9CDA9CC-E354-768C-521D-5796CF39EA8B}"/>
              </a:ext>
            </a:extLst>
          </p:cNvPr>
          <p:cNvSpPr/>
          <p:nvPr/>
        </p:nvSpPr>
        <p:spPr>
          <a:xfrm>
            <a:off x="8942616" y="3244664"/>
            <a:ext cx="1132105" cy="838200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err="1">
                <a:latin typeface="Consolas" panose="020B0609020204030204" pitchFamily="49" charset="0"/>
              </a:rPr>
              <a:t>Equip</a:t>
            </a:r>
            <a:endParaRPr lang="de-DE" sz="2000">
              <a:latin typeface="Consolas" panose="020B0609020204030204" pitchFamily="49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B906A02-3BF1-BCC1-1757-96AE1610E8BD}"/>
              </a:ext>
            </a:extLst>
          </p:cNvPr>
          <p:cNvSpPr/>
          <p:nvPr/>
        </p:nvSpPr>
        <p:spPr>
          <a:xfrm>
            <a:off x="8942615" y="4235259"/>
            <a:ext cx="1132105" cy="838200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err="1">
                <a:latin typeface="Consolas" panose="020B0609020204030204" pitchFamily="49" charset="0"/>
              </a:rPr>
              <a:t>Equip</a:t>
            </a:r>
            <a:endParaRPr lang="de-DE" sz="2000">
              <a:latin typeface="Consolas" panose="020B0609020204030204" pitchFamily="49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65AFD8F-A54B-C1D5-2759-FF5994425AFD}"/>
              </a:ext>
            </a:extLst>
          </p:cNvPr>
          <p:cNvSpPr/>
          <p:nvPr/>
        </p:nvSpPr>
        <p:spPr>
          <a:xfrm>
            <a:off x="7832274" y="2254068"/>
            <a:ext cx="990591" cy="838200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>
                <a:latin typeface="Consolas" panose="020B0609020204030204" pitchFamily="49" charset="0"/>
              </a:rPr>
              <a:t>Buy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FF039B1-F7F3-EF50-4DB1-99FC7E071A3C}"/>
              </a:ext>
            </a:extLst>
          </p:cNvPr>
          <p:cNvSpPr/>
          <p:nvPr/>
        </p:nvSpPr>
        <p:spPr>
          <a:xfrm>
            <a:off x="7832274" y="3244668"/>
            <a:ext cx="990591" cy="838200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>
                <a:latin typeface="Consolas" panose="020B0609020204030204" pitchFamily="49" charset="0"/>
              </a:rPr>
              <a:t>Buy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F663A2E-C8B2-1967-2E2A-88F2A9A08BFF}"/>
              </a:ext>
            </a:extLst>
          </p:cNvPr>
          <p:cNvSpPr/>
          <p:nvPr/>
        </p:nvSpPr>
        <p:spPr>
          <a:xfrm>
            <a:off x="7832274" y="4235268"/>
            <a:ext cx="990591" cy="838200"/>
          </a:xfrm>
          <a:prstGeom prst="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>
                <a:latin typeface="Consolas" panose="020B0609020204030204" pitchFamily="49" charset="0"/>
              </a:rPr>
              <a:t>Buy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367BAD7-9BA3-5F02-F6E8-9649CAEF38CE}"/>
              </a:ext>
            </a:extLst>
          </p:cNvPr>
          <p:cNvSpPr txBox="1"/>
          <p:nvPr/>
        </p:nvSpPr>
        <p:spPr>
          <a:xfrm>
            <a:off x="6507376" y="485229"/>
            <a:ext cx="407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2060"/>
                </a:solidFill>
                <a:latin typeface="+mj-lt"/>
              </a:rPr>
              <a:t>Schaltfläche um ein Item auszurüsten – mehrere gleichzeitig ist nicht möglich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25B10874-01F7-5D36-69BF-D17A51CA02C3}"/>
              </a:ext>
            </a:extLst>
          </p:cNvPr>
          <p:cNvSpPr/>
          <p:nvPr/>
        </p:nvSpPr>
        <p:spPr>
          <a:xfrm>
            <a:off x="8855515" y="5401303"/>
            <a:ext cx="1219205" cy="348341"/>
          </a:xfrm>
          <a:prstGeom prst="roundRect">
            <a:avLst/>
          </a:prstGeom>
          <a:solidFill>
            <a:srgbClr val="14845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latin typeface="Consolas" panose="020B0609020204030204" pitchFamily="49" charset="0"/>
              </a:rPr>
              <a:t>Exit</a:t>
            </a:r>
            <a:endParaRPr lang="de-DE" sz="6600" dirty="0">
              <a:latin typeface="Consolas" panose="020B0609020204030204" pitchFamily="49" charset="0"/>
            </a:endParaRPr>
          </a:p>
        </p:txBody>
      </p:sp>
      <p:pic>
        <p:nvPicPr>
          <p:cNvPr id="20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<a:extLst>
              <a:ext uri="{FF2B5EF4-FFF2-40B4-BE49-F238E27FC236}">
                <a16:creationId xmlns:a16="http://schemas.microsoft.com/office/drawing/2014/main" id="{52FCB1F8-BF0C-8EC6-FCFC-1492A08FF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186" y="1403157"/>
            <a:ext cx="297102" cy="29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data:image/png;base64,iVBORw0KGgoAAAANSUhEUgAAAJYAAACWCAYAAAA8AXHiAAAACXBIWXMAAA7EAAAOxAGVKw4bAAAMoUlEQVR4nO2dz28bxxXHv7M7uyuJFCmpUew6yC3oX5Mcc8ipyM8aBQI0LlAETZGiAZIWReEYCFAYPiToKYccfEn+mcIXl5HrFJFFUaRlamfm9bBcRWnMnVl2n8ml3gcgdOBqdmbnu8PdN+8HIAiC0BbUsjtQl9dee42GwyG01svuyjPDGIOdnR18+eWXrZmv1s3O0dERHj16hCRJlt2VZ0ae53DOLbsbtWidsJIkOf9cJto23mjZHRDWExGWwIIIS2BBhCWwIMISWGjdW2EojgBadicCiFtjmarH2goraclabNug/gVgvV/efPNNGg6HjdlgnHP4/vvvYa2FUk/vuiUgjYD3X+riShbjzK3mzMUKyB3wl3tjfDe1SKL5U0FEiKII+/v7iKJm7pg8z9Hv9/H555+zaIB1xRoMBo1bybMsmyuqizyfxbi2sdrCOnPFX18PlVIgIgwGg8bOn+c5dnd3G2vvf2EVVpZlyLJsKVbj3BHOZp9VpBRWnd5lWdbY+aMoarS9n7TP1rJwqRFhCSyIsAQWRFgCCyIsgQURlsDCSljeTYMWAUtA1JLtHKAYu5n1uSlitXyfc1ZhEYVdrW2tEKEZMTgqtnPashRva4W+VpWW91AUimt4ainoWobOz6J9qcVbb71Fg8EAaZp6jx2Px5WdL7df/viLbVzNYuQNDnQrVku/a0N4bAmOgIDNBC+l0fVP/zzBv59YpB6xKqXQ6XQqdzKcc0jTFHfv3q3Vw9or1nA4xOHhYZDVNtTi3tMKO4nCWYPxArYlP4c93Zz8S2GFrtZEhKOjo8pjrLULWehrC0tr3XgwQ/mc0eSzVltocsw0a69Ok755jKJoobluy6OI0DJEWAILIiyBBRGWwIIIS2CB1UDqC2iwtL4+38vEUfi15QrmYBWWL6ChNJAKzZJExXUNubZcNzaLsAwVWxW/f6mLba0qbTUKwG4SIV9RF+I2YalYgd5/qesVjFbA2BA+uTfGyBAatNMW7Tfb3A8oAFc3YvQ9wgIK/3SRVXM8n8Xe7SytgJEhtm0v1p/CIpjhclrUl0nI6u8UWANN5AlHYEGEJbAgwhJYEGEJLIiwBBZEWAILtYWllPoq9Fitwj5tcCFuE6HXvWmj6I/6UPcfrLWvhhxHKAxwwPxtA0Ihqs2W+Ke3hRNDcKi+YWNVHMdlyTo/d2jFh8lkEpTMvhRMVfTNxWCKn69wyqG2cDGY4uHUIqkIkigjeh4HRvR0u11v+qiLFTTOVRRa8UFrHZSf6uKKNY9SWO2qubD6jAxhmFPQJnToz+FwOPSGi12soHEuLI6KD75OK8gzFgccz1ChtYtK/chbocCCCEtgQYQlsCDCElgQYQks1DaQ1qr44Gzl16XDf4TCBhPi2B/qox3VeNvk8PsOPX+dc/vaLK+hsxbWWlgK6EEUB527btBFbWGFV3xQUEl1MonSjmUATF2RUN9H6ABD2qrbZh1Cz1/n3L42SwNpkqbIyHmzzQAAWYuQpaLuzRcsrDoVH8haxJ1tXH33Y6iNrep2rcVHv/stHj44qEyNZAjozgI0ehV+9OXFLSs+VF3c0DbroGdbJZ/cG+OkIkjBzvJ4ldezyp04uE1rkaYpPvzrTew995y3rzQ9xcPPPoAdH0PFT5dCnQoaP+pz0FEXCKn4QMYh3tS48uKLQOw3uD6yCgenBpmbvywbKlL+hM79f6YWDzw5ouq2GQoBePjE4tgjrDQq/oZMVVCb1iIjwpVr1/CzvT1/o84g2tSwuYLST7/2dSpoXKS2sEIqPpADYkdw0ymirWphGWOgFZBGqlIEESFoaS9JZu012WYdinPPt36Xwqpzdn+bxff52VlQe246xZkjWAeoOfO5SAUNQN4KBSZEWAILIiyBBRGWwIIIS2BBhCWwsBqVKYxBnueVZWkNAQYKsQK0Kh1rf0qsirwEbXEeLB3yXEWHtVLQimBMjjwnzNupsdYiiiLWwgChrISw+v0+9vb2Ki3vFkA3UhhbQJHDvF3IaGYpbou784khHBuqtLzHIIwd0O/vInKEeWbkMtl/HIft/3GydGFprXHr1i045yp96QnA48kEv7n+DobDI2hdbXh9bInN+NkEsSqMpH++N0akgKpFxpgc/f4Obt2+g063O3c1JqLzahPLZunCAooIkBDSNMXIAsPcIfHYglehUFEIvoATAMhzB2WBnd1dbG5sPINe/f+shLBCMXk+eyZRrMGWz5KQcdBsvCbPgZYIS94KBRZEWAILIiyBBRGWwIIIS2ChVW+FdbC2OpADmAVzNFHadM75rSVv5dRVMGZysLbCStPUm7wkJiBjsltkWYYs9ifmN8awnH/ZrJ2wylKzN2/exP7+vv8fpqeY3v4DzGQEzAkoqIMxBp1OD7dv3wQCAknee+89HBxUB5K0kbUTVskLL7yAvcCAgkEUwVIzVRqIgEgpXA0MJNFar8SmcdOs7cP7WY2AAg5C2jXGrKWogDUWlrBcRFgCCyIsgQURlsCCCEtgQYQlsFDbjkXWgAyBKpOC5CBr5mYwWZhYF0EVRFBzTm+psKiHGjsb72ONdpXWsLPxxFWuyURFJpyG+6piPZvPHPP8bUkVuTjqZm+o3dO400O8qREHpDGykxEia+DdMAuExmP0YsDqCHrOXolTCqlWwGQE1930tulOJ9UO5wt1lGDHx4h8ieeMQTcm9JO46PMcDEXoxQBNjuFUQ2EiRHDTU8SdHkBUmcYodgDUKeqEqJyP5pVXXqGqAgLlVsk/7tzG1StXfL2Ge3KK7/7+IezJMVRgjnAfRDSrjFGxuTuro9LpdBGFBFMQ4J40LC6lEG1sBd1Q4/EEztnqQJKZNb/T7QQVbwiBjEXc3caVX3+EaHMLVRECxhj88p1f4f6/Bsiy+cn08jzH7u4uvv76a1V/xer2EW35gx+UTmHHx7CjR1CeiJpglEJPayCuKqRSxByayTFskFhUY8I/hwj25BghPx+9JAHi2HPsbEzjY7iGbgAyBoBD3O1DZdV+9DEAqHpeGAs9Y4Uep2INpZPmhIWycHnVxZ19F+ulRumEitU/ngvfNzomdf6M5WuzEGE9QctbocCCCEtgQYQlsCDCElgQYQks8HqQOgtyFnDN6FcBwZUU1hJnG0sdXsyLP+BkUViFpZIUUZI1aG6gWSWFy4lKUjRVPZtUDJXw+dmzCSva2MLVG38DAupHh+Kmp/jusw8atea3ATIGcbeHK+9+XFj0myKKEG3ypDzimx2loHf8ZTfqQCafbZOsp594JUoh2b/Guso0Sase3ikPC5BYV9o0/lYJS2gPIiyBBRGWwIIIS2BBhCWwIMISWDi3Y+V5jjzP5x5YVj3QSzZM+pz/15EyOGVZaK2Dqodc1NC5SnZ3d88beRpl1YOTkxNkWebx0f4hkX1TPtoAAKUQd/uVzv/rCFmLuNtrLCjlvN1ZDEE5X/OOsdZie3vbWz3EGIOdnR0AC9z2b7zxBvnyOZUnuHPnTnBxgCCI4J48nsUjXZ4VC6BZgEanUXFNJhO8/fbbGA6H3gXl7t27tU5c+7YfjUZfHR4evuqL1nDONZ+iRym2va3LCBHh6OgIIdFZdaktLK31q0mSzO1Iie97YTUo53LefEVRtNBcyluhwIIIS2BBhCWwIMISWBBhCSywCmtdqy6sC5zzw2q+nk6nQYnxl71NtG5Ya4NsiFOmVOQAk7C01phMJrh+/Xrl3pK1Fmma4tNPPw2rIiF4Mcbgxo0b+Pbbb72GTeccJpMJy43NIiylFIgIg8Gg8rjSqruu9WSWxcHBAe7fvx9kMfft+y4K62+Qb2ClsDgGdplJ07QoErXAVkxTyFuhwIIIS2BBhCWwIMISWBBhCSyIsAQWapsbQpzqS0IdxMTy3hxa61rmm6oAGuCHIJra/aj7D/1+3+tUX1I66vs4Pj7GxkZ1rnG2AI2WEBL4ABQ3vg3MIaaUOg+imUfp814X1hl6+eWX6ejoyLtydbtdr1jYAjRaQkjgw8VjnScvWZ7n2NnZwTfffMOiAd6MfoEry3A49K5sbAEaLSEk8KEk9OeQc+VfiYeb0Gesyx6g4Qt8WCXkrVBgQYQlsCDCElgQYQksiLAEFljfCq21C1tu57V1WQM04jhmuZ5csHuQZlnWyOtxFEVI0xRnZ2cLWYLbTjnuJq8np4dp6/ZGXn/9dRqNRq2w5TRFnufo9Xr44osvWjNfK2EgrcODBw9weHh46YS1t7e37G7UonXCavLnoC2UjwFtQt4KBRZEWAILIiyBBRGWwIIIS2BBhCWw0Dpzg6+CxjrSxjG3Tli+ChrryMWKD4JwqfkvSlYhBzlkOcgAAAAASUVORK5CYII=">
            <a:extLst>
              <a:ext uri="{FF2B5EF4-FFF2-40B4-BE49-F238E27FC236}">
                <a16:creationId xmlns:a16="http://schemas.microsoft.com/office/drawing/2014/main" id="{EE17F8C8-8234-CC01-60E3-0035680DE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7372" y="1406696"/>
            <a:ext cx="297102" cy="29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384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456</Words>
  <Application>Microsoft Office PowerPoint</Application>
  <PresentationFormat>Breitbild</PresentationFormat>
  <Paragraphs>146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Vogt</dc:creator>
  <cp:lastModifiedBy>Simon Vogt</cp:lastModifiedBy>
  <cp:revision>35</cp:revision>
  <dcterms:created xsi:type="dcterms:W3CDTF">2025-12-03T07:29:55Z</dcterms:created>
  <dcterms:modified xsi:type="dcterms:W3CDTF">2026-01-23T21:57:23Z</dcterms:modified>
</cp:coreProperties>
</file>